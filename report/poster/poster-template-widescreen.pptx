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3"/>
  </p:notesMasterIdLst>
  <p:sldIdLst>
    <p:sldId id="256" r:id="rId2"/>
  </p:sldIdLst>
  <p:sldSz cx="38015863" cy="21383625"/>
  <p:notesSz cx="6797675" cy="9872663"/>
  <p:defaultTextStyle>
    <a:defPPr>
      <a:defRPr lang="en-US"/>
    </a:defPPr>
    <a:lvl1pPr algn="l" rtl="0" fontAlgn="base">
      <a:spcBef>
        <a:spcPct val="0"/>
      </a:spcBef>
      <a:spcAft>
        <a:spcPct val="0"/>
      </a:spcAft>
      <a:defRPr sz="1979" kern="1200">
        <a:solidFill>
          <a:schemeClr val="tx1"/>
        </a:solidFill>
        <a:latin typeface="Helvetica" charset="0"/>
        <a:ea typeface="MS PGothic" charset="-128"/>
        <a:cs typeface="+mn-cs"/>
      </a:defRPr>
    </a:lvl1pPr>
    <a:lvl2pPr marL="284911" indent="38139" algn="l" rtl="0" fontAlgn="base">
      <a:spcBef>
        <a:spcPct val="0"/>
      </a:spcBef>
      <a:spcAft>
        <a:spcPct val="0"/>
      </a:spcAft>
      <a:defRPr sz="1979" kern="1200">
        <a:solidFill>
          <a:schemeClr val="tx1"/>
        </a:solidFill>
        <a:latin typeface="Helvetica" charset="0"/>
        <a:ea typeface="MS PGothic" charset="-128"/>
        <a:cs typeface="+mn-cs"/>
      </a:defRPr>
    </a:lvl2pPr>
    <a:lvl3pPr marL="569821" indent="76275" algn="l" rtl="0" fontAlgn="base">
      <a:spcBef>
        <a:spcPct val="0"/>
      </a:spcBef>
      <a:spcAft>
        <a:spcPct val="0"/>
      </a:spcAft>
      <a:defRPr sz="1979" kern="1200">
        <a:solidFill>
          <a:schemeClr val="tx1"/>
        </a:solidFill>
        <a:latin typeface="Helvetica" charset="0"/>
        <a:ea typeface="MS PGothic" charset="-128"/>
        <a:cs typeface="+mn-cs"/>
      </a:defRPr>
    </a:lvl3pPr>
    <a:lvl4pPr marL="854732" indent="114413" algn="l" rtl="0" fontAlgn="base">
      <a:spcBef>
        <a:spcPct val="0"/>
      </a:spcBef>
      <a:spcAft>
        <a:spcPct val="0"/>
      </a:spcAft>
      <a:defRPr sz="1979" kern="1200">
        <a:solidFill>
          <a:schemeClr val="tx1"/>
        </a:solidFill>
        <a:latin typeface="Helvetica" charset="0"/>
        <a:ea typeface="MS PGothic" charset="-128"/>
        <a:cs typeface="+mn-cs"/>
      </a:defRPr>
    </a:lvl4pPr>
    <a:lvl5pPr marL="1139641" indent="152549" algn="l" rtl="0" fontAlgn="base">
      <a:spcBef>
        <a:spcPct val="0"/>
      </a:spcBef>
      <a:spcAft>
        <a:spcPct val="0"/>
      </a:spcAft>
      <a:defRPr sz="1979" kern="1200">
        <a:solidFill>
          <a:schemeClr val="tx1"/>
        </a:solidFill>
        <a:latin typeface="Helvetica" charset="0"/>
        <a:ea typeface="MS PGothic" charset="-128"/>
        <a:cs typeface="+mn-cs"/>
      </a:defRPr>
    </a:lvl5pPr>
    <a:lvl6pPr marL="1615239" algn="l" defTabSz="646095" rtl="0" eaLnBrk="1" latinLnBrk="0" hangingPunct="1">
      <a:defRPr sz="1979" kern="1200">
        <a:solidFill>
          <a:schemeClr val="tx1"/>
        </a:solidFill>
        <a:latin typeface="Helvetica" charset="0"/>
        <a:ea typeface="MS PGothic" charset="-128"/>
        <a:cs typeface="+mn-cs"/>
      </a:defRPr>
    </a:lvl6pPr>
    <a:lvl7pPr marL="1938287" algn="l" defTabSz="646095" rtl="0" eaLnBrk="1" latinLnBrk="0" hangingPunct="1">
      <a:defRPr sz="1979" kern="1200">
        <a:solidFill>
          <a:schemeClr val="tx1"/>
        </a:solidFill>
        <a:latin typeface="Helvetica" charset="0"/>
        <a:ea typeface="MS PGothic" charset="-128"/>
        <a:cs typeface="+mn-cs"/>
      </a:defRPr>
    </a:lvl7pPr>
    <a:lvl8pPr marL="2261336" algn="l" defTabSz="646095" rtl="0" eaLnBrk="1" latinLnBrk="0" hangingPunct="1">
      <a:defRPr sz="1979" kern="1200">
        <a:solidFill>
          <a:schemeClr val="tx1"/>
        </a:solidFill>
        <a:latin typeface="Helvetica" charset="0"/>
        <a:ea typeface="MS PGothic" charset="-128"/>
        <a:cs typeface="+mn-cs"/>
      </a:defRPr>
    </a:lvl8pPr>
    <a:lvl9pPr marL="2584383" algn="l" defTabSz="646095" rtl="0" eaLnBrk="1" latinLnBrk="0" hangingPunct="1">
      <a:defRPr sz="1979" kern="1200">
        <a:solidFill>
          <a:schemeClr val="tx1"/>
        </a:solidFill>
        <a:latin typeface="Helvetica" charset="0"/>
        <a:ea typeface="MS PGothic" charset="-128"/>
        <a:cs typeface="+mn-cs"/>
      </a:defRPr>
    </a:lvl9pPr>
  </p:defaultTextStyle>
  <p:extLst>
    <p:ext uri="{EFAFB233-063F-42B5-8137-9DF3F51BA10A}">
      <p15:sldGuideLst xmlns:p15="http://schemas.microsoft.com/office/powerpoint/2012/main">
        <p15:guide id="2" orient="horz" pos="12879" userDrawn="1">
          <p15:clr>
            <a:srgbClr val="A4A3A4"/>
          </p15:clr>
        </p15:guide>
        <p15:guide id="3" orient="horz" pos="9094" userDrawn="1">
          <p15:clr>
            <a:srgbClr val="A4A3A4"/>
          </p15:clr>
        </p15:guide>
        <p15:guide id="7" pos="824" userDrawn="1">
          <p15:clr>
            <a:srgbClr val="A4A3A4"/>
          </p15:clr>
        </p15:guide>
        <p15:guide id="8" pos="23125" userDrawn="1">
          <p15:clr>
            <a:srgbClr val="A4A3A4"/>
          </p15:clr>
        </p15:guide>
        <p15:guide id="9" orient="horz" pos="6735" userDrawn="1">
          <p15:clr>
            <a:srgbClr val="A4A3A4"/>
          </p15:clr>
        </p15:guide>
        <p15:guide id="10" orient="horz" pos="11343" userDrawn="1">
          <p15:clr>
            <a:srgbClr val="A4A3A4"/>
          </p15:clr>
        </p15:guide>
        <p15:guide id="11" orient="horz" pos="8895" userDrawn="1">
          <p15:clr>
            <a:srgbClr val="A4A3A4"/>
          </p15:clr>
        </p15:guide>
        <p15:guide id="12" pos="11974" userDrawn="1">
          <p15:clr>
            <a:srgbClr val="A4A3A4"/>
          </p15:clr>
        </p15:guide>
        <p15:guide id="13" pos="8298" userDrawn="1">
          <p15:clr>
            <a:srgbClr val="A4A3A4"/>
          </p15:clr>
        </p15:guide>
        <p15:guide id="14" pos="8056" userDrawn="1">
          <p15:clr>
            <a:srgbClr val="A4A3A4"/>
          </p15:clr>
        </p15:guide>
        <p15:guide id="15" pos="15590" userDrawn="1">
          <p15:clr>
            <a:srgbClr val="A4A3A4"/>
          </p15:clr>
        </p15:guide>
        <p15:guide id="16" pos="15832" userDrawn="1">
          <p15:clr>
            <a:srgbClr val="A4A3A4"/>
          </p15:clr>
        </p15:guide>
        <p15:guide id="17" orient="horz" pos="2127" userDrawn="1">
          <p15:clr>
            <a:srgbClr val="A4A3A4"/>
          </p15:clr>
        </p15:guide>
        <p15:guide id="18" orient="horz" pos="495" userDrawn="1">
          <p15:clr>
            <a:srgbClr val="A4A3A4"/>
          </p15:clr>
        </p15:guide>
        <p15:guide id="19" orient="horz" pos="19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EB0D2"/>
    <a:srgbClr val="0000FF"/>
    <a:srgbClr val="191919"/>
    <a:srgbClr val="004080"/>
    <a:srgbClr val="FFFF66"/>
    <a:srgbClr val="FFFFE1"/>
    <a:srgbClr val="FFF3F3"/>
    <a:srgbClr val="800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8309" autoAdjust="0"/>
    <p:restoredTop sz="50000" autoAdjust="0"/>
  </p:normalViewPr>
  <p:slideViewPr>
    <p:cSldViewPr snapToGrid="0" showGuides="1">
      <p:cViewPr>
        <p:scale>
          <a:sx n="36" d="100"/>
          <a:sy n="36" d="100"/>
        </p:scale>
        <p:origin x="2224" y="664"/>
      </p:cViewPr>
      <p:guideLst>
        <p:guide orient="horz" pos="12879"/>
        <p:guide orient="horz" pos="9094"/>
        <p:guide pos="824"/>
        <p:guide pos="23125"/>
        <p:guide orient="horz" pos="6735"/>
        <p:guide orient="horz" pos="11343"/>
        <p:guide orient="horz" pos="8895"/>
        <p:guide pos="11974"/>
        <p:guide pos="8298"/>
        <p:guide pos="8056"/>
        <p:guide pos="15590"/>
        <p:guide pos="15832"/>
        <p:guide orient="horz" pos="2127"/>
        <p:guide orient="horz" pos="495"/>
        <p:guide orient="horz" pos="1972"/>
      </p:guideLst>
    </p:cSldViewPr>
  </p:slideViewPr>
  <p:outlineViewPr>
    <p:cViewPr>
      <p:scale>
        <a:sx n="33" d="100"/>
        <a:sy n="33" d="100"/>
      </p:scale>
      <p:origin x="0" y="0"/>
    </p:cViewPr>
  </p:outlin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wrap="square" lIns="18032" tIns="9016" rIns="18032" bIns="9016" numCol="1" anchor="t" anchorCtr="0" compatLnSpc="1">
            <a:prstTxWarp prst="textNoShape">
              <a:avLst/>
            </a:prstTxWarp>
          </a:bodyPr>
          <a:lstStyle>
            <a:lvl1pPr>
              <a:defRPr sz="200">
                <a:latin typeface="Calibri"/>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3851275" y="0"/>
            <a:ext cx="2944813" cy="493713"/>
          </a:xfrm>
          <a:prstGeom prst="rect">
            <a:avLst/>
          </a:prstGeom>
        </p:spPr>
        <p:txBody>
          <a:bodyPr vert="horz" wrap="square" lIns="18032" tIns="9016" rIns="18032" bIns="9016" numCol="1" anchor="t" anchorCtr="0" compatLnSpc="1">
            <a:prstTxWarp prst="textNoShape">
              <a:avLst/>
            </a:prstTxWarp>
          </a:bodyPr>
          <a:lstStyle>
            <a:lvl1pPr algn="r">
              <a:defRPr sz="200">
                <a:latin typeface="Calibri" pitchFamily="34" charset="0"/>
                <a:ea typeface="MS PGothic" pitchFamily="34" charset="-128"/>
              </a:defRPr>
            </a:lvl1pPr>
          </a:lstStyle>
          <a:p>
            <a:pPr>
              <a:defRPr/>
            </a:pPr>
            <a:fld id="{30438770-F59E-4F40-A2DF-AE5F28BE27C8}" type="datetime1">
              <a:rPr lang="en-US" altLang="en-US"/>
              <a:pPr>
                <a:defRPr/>
              </a:pPr>
              <a:t>7/27/22</a:t>
            </a:fld>
            <a:endParaRPr lang="en-US" altLang="en-US"/>
          </a:p>
        </p:txBody>
      </p:sp>
      <p:sp>
        <p:nvSpPr>
          <p:cNvPr id="4" name="Slide Image Placeholder 3"/>
          <p:cNvSpPr>
            <a:spLocks noGrp="1" noRot="1" noChangeAspect="1"/>
          </p:cNvSpPr>
          <p:nvPr>
            <p:ph type="sldImg" idx="2"/>
          </p:nvPr>
        </p:nvSpPr>
        <p:spPr>
          <a:xfrm>
            <a:off x="107950" y="739775"/>
            <a:ext cx="6581775" cy="3703638"/>
          </a:xfrm>
          <a:prstGeom prst="rect">
            <a:avLst/>
          </a:prstGeom>
          <a:noFill/>
          <a:ln w="12700">
            <a:solidFill>
              <a:prstClr val="black"/>
            </a:solidFill>
          </a:ln>
        </p:spPr>
        <p:txBody>
          <a:bodyPr vert="horz" wrap="square" lIns="18032" tIns="9016" rIns="18032" bIns="9016"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79450" y="4689475"/>
            <a:ext cx="5438775" cy="4443413"/>
          </a:xfrm>
          <a:prstGeom prst="rect">
            <a:avLst/>
          </a:prstGeom>
        </p:spPr>
        <p:txBody>
          <a:bodyPr vert="horz" wrap="square" lIns="18032" tIns="9016" rIns="18032" bIns="9016"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377363"/>
            <a:ext cx="2946400" cy="493712"/>
          </a:xfrm>
          <a:prstGeom prst="rect">
            <a:avLst/>
          </a:prstGeom>
        </p:spPr>
        <p:txBody>
          <a:bodyPr vert="horz" wrap="square" lIns="18032" tIns="9016" rIns="18032" bIns="9016" numCol="1" anchor="b" anchorCtr="0" compatLnSpc="1">
            <a:prstTxWarp prst="textNoShape">
              <a:avLst/>
            </a:prstTxWarp>
          </a:bodyPr>
          <a:lstStyle>
            <a:lvl1pPr>
              <a:defRPr sz="200">
                <a:latin typeface="Calibri"/>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3851275" y="9377363"/>
            <a:ext cx="2944813" cy="493712"/>
          </a:xfrm>
          <a:prstGeom prst="rect">
            <a:avLst/>
          </a:prstGeom>
        </p:spPr>
        <p:txBody>
          <a:bodyPr vert="horz" wrap="square" lIns="18032" tIns="9016" rIns="18032" bIns="9016" numCol="1" anchor="b" anchorCtr="0" compatLnSpc="1">
            <a:prstTxWarp prst="textNoShape">
              <a:avLst/>
            </a:prstTxWarp>
          </a:bodyPr>
          <a:lstStyle>
            <a:lvl1pPr algn="r">
              <a:defRPr sz="200">
                <a:latin typeface="Calibri" charset="0"/>
              </a:defRPr>
            </a:lvl1pPr>
          </a:lstStyle>
          <a:p>
            <a:fld id="{F0AE6ECD-C77D-6644-83C1-8BE555AF861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284911" rtl="0" eaLnBrk="0" fontAlgn="base" hangingPunct="0">
      <a:spcBef>
        <a:spcPct val="30000"/>
      </a:spcBef>
      <a:spcAft>
        <a:spcPct val="0"/>
      </a:spcAft>
      <a:defRPr sz="777" kern="1200">
        <a:solidFill>
          <a:schemeClr val="tx1"/>
        </a:solidFill>
        <a:latin typeface="+mn-lt"/>
        <a:ea typeface="MS PGothic" pitchFamily="34" charset="-128"/>
        <a:cs typeface="ＭＳ Ｐゴシック" pitchFamily="-111" charset="-128"/>
      </a:defRPr>
    </a:lvl1pPr>
    <a:lvl2pPr marL="284911" algn="l" defTabSz="284911" rtl="0" eaLnBrk="0" fontAlgn="base" hangingPunct="0">
      <a:spcBef>
        <a:spcPct val="30000"/>
      </a:spcBef>
      <a:spcAft>
        <a:spcPct val="0"/>
      </a:spcAft>
      <a:defRPr sz="777" kern="1200">
        <a:solidFill>
          <a:schemeClr val="tx1"/>
        </a:solidFill>
        <a:latin typeface="+mn-lt"/>
        <a:ea typeface="MS PGothic" pitchFamily="34" charset="-128"/>
        <a:cs typeface="+mn-cs"/>
      </a:defRPr>
    </a:lvl2pPr>
    <a:lvl3pPr marL="569821" algn="l" defTabSz="284911" rtl="0" eaLnBrk="0" fontAlgn="base" hangingPunct="0">
      <a:spcBef>
        <a:spcPct val="30000"/>
      </a:spcBef>
      <a:spcAft>
        <a:spcPct val="0"/>
      </a:spcAft>
      <a:defRPr sz="777" kern="1200">
        <a:solidFill>
          <a:schemeClr val="tx1"/>
        </a:solidFill>
        <a:latin typeface="+mn-lt"/>
        <a:ea typeface="MS PGothic" pitchFamily="34" charset="-128"/>
        <a:cs typeface="+mn-cs"/>
      </a:defRPr>
    </a:lvl3pPr>
    <a:lvl4pPr marL="854732" algn="l" defTabSz="284911" rtl="0" eaLnBrk="0" fontAlgn="base" hangingPunct="0">
      <a:spcBef>
        <a:spcPct val="30000"/>
      </a:spcBef>
      <a:spcAft>
        <a:spcPct val="0"/>
      </a:spcAft>
      <a:defRPr sz="777" kern="1200">
        <a:solidFill>
          <a:schemeClr val="tx1"/>
        </a:solidFill>
        <a:latin typeface="+mn-lt"/>
        <a:ea typeface="MS PGothic" pitchFamily="34" charset="-128"/>
        <a:cs typeface="+mn-cs"/>
      </a:defRPr>
    </a:lvl4pPr>
    <a:lvl5pPr marL="1139641" algn="l" defTabSz="284911" rtl="0" eaLnBrk="0" fontAlgn="base" hangingPunct="0">
      <a:spcBef>
        <a:spcPct val="30000"/>
      </a:spcBef>
      <a:spcAft>
        <a:spcPct val="0"/>
      </a:spcAft>
      <a:defRPr sz="777" kern="1200">
        <a:solidFill>
          <a:schemeClr val="tx1"/>
        </a:solidFill>
        <a:latin typeface="+mn-lt"/>
        <a:ea typeface="MS PGothic" pitchFamily="34" charset="-128"/>
        <a:cs typeface="+mn-cs"/>
      </a:defRPr>
    </a:lvl5pPr>
    <a:lvl6pPr marL="1424964" algn="l" defTabSz="284993" rtl="0" eaLnBrk="1" latinLnBrk="0" hangingPunct="1">
      <a:defRPr sz="777" kern="1200">
        <a:solidFill>
          <a:schemeClr val="tx1"/>
        </a:solidFill>
        <a:latin typeface="+mn-lt"/>
        <a:ea typeface="+mn-ea"/>
        <a:cs typeface="+mn-cs"/>
      </a:defRPr>
    </a:lvl6pPr>
    <a:lvl7pPr marL="1709956" algn="l" defTabSz="284993" rtl="0" eaLnBrk="1" latinLnBrk="0" hangingPunct="1">
      <a:defRPr sz="777" kern="1200">
        <a:solidFill>
          <a:schemeClr val="tx1"/>
        </a:solidFill>
        <a:latin typeface="+mn-lt"/>
        <a:ea typeface="+mn-ea"/>
        <a:cs typeface="+mn-cs"/>
      </a:defRPr>
    </a:lvl7pPr>
    <a:lvl8pPr marL="1994950" algn="l" defTabSz="284993" rtl="0" eaLnBrk="1" latinLnBrk="0" hangingPunct="1">
      <a:defRPr sz="777" kern="1200">
        <a:solidFill>
          <a:schemeClr val="tx1"/>
        </a:solidFill>
        <a:latin typeface="+mn-lt"/>
        <a:ea typeface="+mn-ea"/>
        <a:cs typeface="+mn-cs"/>
      </a:defRPr>
    </a:lvl8pPr>
    <a:lvl9pPr marL="2279943" algn="l" defTabSz="284993" rtl="0" eaLnBrk="1" latinLnBrk="0" hangingPunct="1">
      <a:defRPr sz="77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107950" y="739775"/>
            <a:ext cx="6581775" cy="37036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1900" dirty="0">
              <a:solidFill>
                <a:srgbClr val="000000"/>
              </a:solidFill>
              <a:ea typeface="MS PGothic" charset="-128"/>
            </a:endParaRPr>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charset="0"/>
                <a:ea typeface="MS PGothic" charset="-128"/>
              </a:defRPr>
            </a:lvl1pPr>
            <a:lvl2pPr marL="146050" indent="-55563" eaLnBrk="0" hangingPunct="0">
              <a:spcBef>
                <a:spcPct val="30000"/>
              </a:spcBef>
              <a:defRPr sz="1100">
                <a:solidFill>
                  <a:schemeClr val="tx1"/>
                </a:solidFill>
                <a:latin typeface="Calibri" charset="0"/>
                <a:ea typeface="MS PGothic" charset="-128"/>
              </a:defRPr>
            </a:lvl2pPr>
            <a:lvl3pPr marL="223838" indent="-44450" eaLnBrk="0" hangingPunct="0">
              <a:spcBef>
                <a:spcPct val="30000"/>
              </a:spcBef>
              <a:defRPr sz="1100">
                <a:solidFill>
                  <a:schemeClr val="tx1"/>
                </a:solidFill>
                <a:latin typeface="Calibri" charset="0"/>
                <a:ea typeface="MS PGothic" charset="-128"/>
              </a:defRPr>
            </a:lvl3pPr>
            <a:lvl4pPr marL="314325" indent="-44450" eaLnBrk="0" hangingPunct="0">
              <a:spcBef>
                <a:spcPct val="30000"/>
              </a:spcBef>
              <a:defRPr sz="1100">
                <a:solidFill>
                  <a:schemeClr val="tx1"/>
                </a:solidFill>
                <a:latin typeface="Calibri" charset="0"/>
                <a:ea typeface="MS PGothic" charset="-128"/>
              </a:defRPr>
            </a:lvl4pPr>
            <a:lvl5pPr marL="404813" indent="-44450" eaLnBrk="0" hangingPunct="0">
              <a:spcBef>
                <a:spcPct val="30000"/>
              </a:spcBef>
              <a:defRPr sz="1100">
                <a:solidFill>
                  <a:schemeClr val="tx1"/>
                </a:solidFill>
                <a:latin typeface="Calibri" charset="0"/>
                <a:ea typeface="MS PGothic" charset="-128"/>
              </a:defRPr>
            </a:lvl5pPr>
            <a:lvl6pPr marL="862013" indent="-44450" eaLnBrk="0" fontAlgn="base" hangingPunct="0">
              <a:spcBef>
                <a:spcPct val="30000"/>
              </a:spcBef>
              <a:spcAft>
                <a:spcPct val="0"/>
              </a:spcAft>
              <a:defRPr sz="1100">
                <a:solidFill>
                  <a:schemeClr val="tx1"/>
                </a:solidFill>
                <a:latin typeface="Calibri" charset="0"/>
                <a:ea typeface="MS PGothic" charset="-128"/>
              </a:defRPr>
            </a:lvl6pPr>
            <a:lvl7pPr marL="1319213" indent="-44450" eaLnBrk="0" fontAlgn="base" hangingPunct="0">
              <a:spcBef>
                <a:spcPct val="30000"/>
              </a:spcBef>
              <a:spcAft>
                <a:spcPct val="0"/>
              </a:spcAft>
              <a:defRPr sz="1100">
                <a:solidFill>
                  <a:schemeClr val="tx1"/>
                </a:solidFill>
                <a:latin typeface="Calibri" charset="0"/>
                <a:ea typeface="MS PGothic" charset="-128"/>
              </a:defRPr>
            </a:lvl7pPr>
            <a:lvl8pPr marL="1776413" indent="-44450" eaLnBrk="0" fontAlgn="base" hangingPunct="0">
              <a:spcBef>
                <a:spcPct val="30000"/>
              </a:spcBef>
              <a:spcAft>
                <a:spcPct val="0"/>
              </a:spcAft>
              <a:defRPr sz="1100">
                <a:solidFill>
                  <a:schemeClr val="tx1"/>
                </a:solidFill>
                <a:latin typeface="Calibri" charset="0"/>
                <a:ea typeface="MS PGothic" charset="-128"/>
              </a:defRPr>
            </a:lvl8pPr>
            <a:lvl9pPr marL="2233613" indent="-44450" eaLnBrk="0" fontAlgn="base" hangingPunct="0">
              <a:spcBef>
                <a:spcPct val="30000"/>
              </a:spcBef>
              <a:spcAft>
                <a:spcPct val="0"/>
              </a:spcAft>
              <a:defRPr sz="1100">
                <a:solidFill>
                  <a:schemeClr val="tx1"/>
                </a:solidFill>
                <a:latin typeface="Calibri" charset="0"/>
                <a:ea typeface="MS PGothic" charset="-128"/>
              </a:defRPr>
            </a:lvl9pPr>
          </a:lstStyle>
          <a:p>
            <a:pPr eaLnBrk="1" hangingPunct="1">
              <a:spcBef>
                <a:spcPct val="0"/>
              </a:spcBef>
            </a:pPr>
            <a:fld id="{FA938191-9766-5441-AA4D-EF1346D92809}" type="slidenum">
              <a:rPr lang="en-US" altLang="en-US" sz="200"/>
              <a:pPr eaLnBrk="1" hangingPunct="1">
                <a:spcBef>
                  <a:spcPct val="0"/>
                </a:spcBef>
              </a:pPr>
              <a:t>1</a:t>
            </a:fld>
            <a:endParaRPr lang="en-US" altLang="en-US" sz="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51191" y="6642788"/>
            <a:ext cx="32313483" cy="4583620"/>
          </a:xfrm>
        </p:spPr>
        <p:txBody>
          <a:bodyPr/>
          <a:lstStyle/>
          <a:p>
            <a:r>
              <a:rPr lang="en-US"/>
              <a:t>Click to edit Master title style</a:t>
            </a:r>
            <a:endParaRPr lang="en-GB"/>
          </a:p>
        </p:txBody>
      </p:sp>
      <p:sp>
        <p:nvSpPr>
          <p:cNvPr id="3" name="Subtitle 2"/>
          <p:cNvSpPr>
            <a:spLocks noGrp="1"/>
          </p:cNvSpPr>
          <p:nvPr>
            <p:ph type="subTitle" idx="1"/>
          </p:nvPr>
        </p:nvSpPr>
        <p:spPr>
          <a:xfrm>
            <a:off x="5702380" y="12117390"/>
            <a:ext cx="26611105" cy="5464704"/>
          </a:xfrm>
        </p:spPr>
        <p:txBody>
          <a:bodyPr/>
          <a:lstStyle>
            <a:lvl1pPr marL="0" indent="0" algn="ctr">
              <a:buNone/>
              <a:defRPr>
                <a:solidFill>
                  <a:schemeClr val="tx1">
                    <a:tint val="75000"/>
                  </a:schemeClr>
                </a:solidFill>
              </a:defRPr>
            </a:lvl1pPr>
            <a:lvl2pPr marL="1851526" indent="0" algn="ctr">
              <a:buNone/>
              <a:defRPr>
                <a:solidFill>
                  <a:schemeClr val="tx1">
                    <a:tint val="75000"/>
                  </a:schemeClr>
                </a:solidFill>
              </a:defRPr>
            </a:lvl2pPr>
            <a:lvl3pPr marL="3703057" indent="0" algn="ctr">
              <a:buNone/>
              <a:defRPr>
                <a:solidFill>
                  <a:schemeClr val="tx1">
                    <a:tint val="75000"/>
                  </a:schemeClr>
                </a:solidFill>
              </a:defRPr>
            </a:lvl3pPr>
            <a:lvl4pPr marL="5554583" indent="0" algn="ctr">
              <a:buNone/>
              <a:defRPr>
                <a:solidFill>
                  <a:schemeClr val="tx1">
                    <a:tint val="75000"/>
                  </a:schemeClr>
                </a:solidFill>
              </a:defRPr>
            </a:lvl4pPr>
            <a:lvl5pPr marL="7406109" indent="0" algn="ctr">
              <a:buNone/>
              <a:defRPr>
                <a:solidFill>
                  <a:schemeClr val="tx1">
                    <a:tint val="75000"/>
                  </a:schemeClr>
                </a:solidFill>
              </a:defRPr>
            </a:lvl5pPr>
            <a:lvl6pPr marL="9257638" indent="0" algn="ctr">
              <a:buNone/>
              <a:defRPr>
                <a:solidFill>
                  <a:schemeClr val="tx1">
                    <a:tint val="75000"/>
                  </a:schemeClr>
                </a:solidFill>
              </a:defRPr>
            </a:lvl6pPr>
            <a:lvl7pPr marL="11109165" indent="0" algn="ctr">
              <a:buNone/>
              <a:defRPr>
                <a:solidFill>
                  <a:schemeClr val="tx1">
                    <a:tint val="75000"/>
                  </a:schemeClr>
                </a:solidFill>
              </a:defRPr>
            </a:lvl7pPr>
            <a:lvl8pPr marL="12960691" indent="0" algn="ctr">
              <a:buNone/>
              <a:defRPr>
                <a:solidFill>
                  <a:schemeClr val="tx1">
                    <a:tint val="75000"/>
                  </a:schemeClr>
                </a:solidFill>
              </a:defRPr>
            </a:lvl8pPr>
            <a:lvl9pPr marL="14812221"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1DC345C-42DF-8F44-8536-7FDCC43FFAD7}" type="slidenum">
              <a:rPr lang="en-US" altLang="en-US"/>
              <a:pPr/>
              <a:t>‹#›</a:t>
            </a:fld>
            <a:endParaRPr lang="en-US" altLang="en-US"/>
          </a:p>
        </p:txBody>
      </p:sp>
    </p:spTree>
    <p:extLst>
      <p:ext uri="{BB962C8B-B14F-4D97-AF65-F5344CB8AC3E}">
        <p14:creationId xmlns:p14="http://schemas.microsoft.com/office/powerpoint/2010/main" val="648964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A3D39EE-3C96-4243-8662-2409CCD7F5C2}" type="slidenum">
              <a:rPr lang="en-US" altLang="en-US"/>
              <a:pPr/>
              <a:t>‹#›</a:t>
            </a:fld>
            <a:endParaRPr lang="en-US" altLang="en-US"/>
          </a:p>
        </p:txBody>
      </p:sp>
    </p:spTree>
    <p:extLst>
      <p:ext uri="{BB962C8B-B14F-4D97-AF65-F5344CB8AC3E}">
        <p14:creationId xmlns:p14="http://schemas.microsoft.com/office/powerpoint/2010/main" val="72790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02992" y="13740967"/>
            <a:ext cx="32313483" cy="4247026"/>
          </a:xfrm>
        </p:spPr>
        <p:txBody>
          <a:bodyPr anchor="t"/>
          <a:lstStyle>
            <a:lvl1pPr algn="l">
              <a:defRPr sz="16229" b="1" cap="all"/>
            </a:lvl1pPr>
          </a:lstStyle>
          <a:p>
            <a:r>
              <a:rPr lang="en-US"/>
              <a:t>Click to edit Master title style</a:t>
            </a:r>
            <a:endParaRPr lang="en-GB"/>
          </a:p>
        </p:txBody>
      </p:sp>
      <p:sp>
        <p:nvSpPr>
          <p:cNvPr id="3" name="Text Placeholder 2"/>
          <p:cNvSpPr>
            <a:spLocks noGrp="1"/>
          </p:cNvSpPr>
          <p:nvPr>
            <p:ph type="body" idx="1"/>
          </p:nvPr>
        </p:nvSpPr>
        <p:spPr>
          <a:xfrm>
            <a:off x="3002992" y="9063299"/>
            <a:ext cx="32313483" cy="4677666"/>
          </a:xfrm>
        </p:spPr>
        <p:txBody>
          <a:bodyPr anchor="b"/>
          <a:lstStyle>
            <a:lvl1pPr marL="0" indent="0">
              <a:buNone/>
              <a:defRPr sz="8069">
                <a:solidFill>
                  <a:schemeClr val="tx1">
                    <a:tint val="75000"/>
                  </a:schemeClr>
                </a:solidFill>
              </a:defRPr>
            </a:lvl1pPr>
            <a:lvl2pPr marL="1851526" indent="0">
              <a:buNone/>
              <a:defRPr sz="7272">
                <a:solidFill>
                  <a:schemeClr val="tx1">
                    <a:tint val="75000"/>
                  </a:schemeClr>
                </a:solidFill>
              </a:defRPr>
            </a:lvl2pPr>
            <a:lvl3pPr marL="3703057" indent="0">
              <a:buNone/>
              <a:defRPr sz="6473">
                <a:solidFill>
                  <a:schemeClr val="tx1">
                    <a:tint val="75000"/>
                  </a:schemeClr>
                </a:solidFill>
              </a:defRPr>
            </a:lvl3pPr>
            <a:lvl4pPr marL="5554583" indent="0">
              <a:buNone/>
              <a:defRPr sz="5676">
                <a:solidFill>
                  <a:schemeClr val="tx1">
                    <a:tint val="75000"/>
                  </a:schemeClr>
                </a:solidFill>
              </a:defRPr>
            </a:lvl4pPr>
            <a:lvl5pPr marL="7406109" indent="0">
              <a:buNone/>
              <a:defRPr sz="5676">
                <a:solidFill>
                  <a:schemeClr val="tx1">
                    <a:tint val="75000"/>
                  </a:schemeClr>
                </a:solidFill>
              </a:defRPr>
            </a:lvl5pPr>
            <a:lvl6pPr marL="9257638" indent="0">
              <a:buNone/>
              <a:defRPr sz="5676">
                <a:solidFill>
                  <a:schemeClr val="tx1">
                    <a:tint val="75000"/>
                  </a:schemeClr>
                </a:solidFill>
              </a:defRPr>
            </a:lvl6pPr>
            <a:lvl7pPr marL="11109165" indent="0">
              <a:buNone/>
              <a:defRPr sz="5676">
                <a:solidFill>
                  <a:schemeClr val="tx1">
                    <a:tint val="75000"/>
                  </a:schemeClr>
                </a:solidFill>
              </a:defRPr>
            </a:lvl7pPr>
            <a:lvl8pPr marL="12960691" indent="0">
              <a:buNone/>
              <a:defRPr sz="5676">
                <a:solidFill>
                  <a:schemeClr val="tx1">
                    <a:tint val="75000"/>
                  </a:schemeClr>
                </a:solidFill>
              </a:defRPr>
            </a:lvl8pPr>
            <a:lvl9pPr marL="14812221" indent="0">
              <a:buNone/>
              <a:defRPr sz="567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60B4E9E-F9D1-C840-93C4-42A82CF2AD38}" type="slidenum">
              <a:rPr lang="en-US" altLang="en-US"/>
              <a:pPr/>
              <a:t>‹#›</a:t>
            </a:fld>
            <a:endParaRPr lang="en-US" altLang="en-US"/>
          </a:p>
        </p:txBody>
      </p:sp>
    </p:spTree>
    <p:extLst>
      <p:ext uri="{BB962C8B-B14F-4D97-AF65-F5344CB8AC3E}">
        <p14:creationId xmlns:p14="http://schemas.microsoft.com/office/powerpoint/2010/main" val="1474629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900795" y="4989518"/>
            <a:ext cx="16790339" cy="14112205"/>
          </a:xfrm>
        </p:spPr>
        <p:txBody>
          <a:bodyPr/>
          <a:lstStyle>
            <a:lvl1pPr>
              <a:defRPr sz="11352"/>
            </a:lvl1pPr>
            <a:lvl2pPr>
              <a:defRPr sz="9756"/>
            </a:lvl2pPr>
            <a:lvl3pPr>
              <a:defRPr sz="8069"/>
            </a:lvl3pPr>
            <a:lvl4pPr>
              <a:defRPr sz="7272"/>
            </a:lvl4pPr>
            <a:lvl5pPr>
              <a:defRPr sz="7272"/>
            </a:lvl5pPr>
            <a:lvl6pPr>
              <a:defRPr sz="7272"/>
            </a:lvl6pPr>
            <a:lvl7pPr>
              <a:defRPr sz="7272"/>
            </a:lvl7pPr>
            <a:lvl8pPr>
              <a:defRPr sz="7272"/>
            </a:lvl8pPr>
            <a:lvl9pPr>
              <a:defRPr sz="7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9324732" y="4989518"/>
            <a:ext cx="16790339" cy="14112205"/>
          </a:xfrm>
        </p:spPr>
        <p:txBody>
          <a:bodyPr/>
          <a:lstStyle>
            <a:lvl1pPr>
              <a:defRPr sz="11352"/>
            </a:lvl1pPr>
            <a:lvl2pPr>
              <a:defRPr sz="9756"/>
            </a:lvl2pPr>
            <a:lvl3pPr>
              <a:defRPr sz="8069"/>
            </a:lvl3pPr>
            <a:lvl4pPr>
              <a:defRPr sz="7272"/>
            </a:lvl4pPr>
            <a:lvl5pPr>
              <a:defRPr sz="7272"/>
            </a:lvl5pPr>
            <a:lvl6pPr>
              <a:defRPr sz="7272"/>
            </a:lvl6pPr>
            <a:lvl7pPr>
              <a:defRPr sz="7272"/>
            </a:lvl7pPr>
            <a:lvl8pPr>
              <a:defRPr sz="7272"/>
            </a:lvl8pPr>
            <a:lvl9pPr>
              <a:defRPr sz="7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46FB5DE-D7BB-AB49-9C01-331A2D7FB448}" type="slidenum">
              <a:rPr lang="en-US" altLang="en-US"/>
              <a:pPr/>
              <a:t>‹#›</a:t>
            </a:fld>
            <a:endParaRPr lang="en-US" altLang="en-US"/>
          </a:p>
        </p:txBody>
      </p:sp>
    </p:spTree>
    <p:extLst>
      <p:ext uri="{BB962C8B-B14F-4D97-AF65-F5344CB8AC3E}">
        <p14:creationId xmlns:p14="http://schemas.microsoft.com/office/powerpoint/2010/main" val="2131022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900795" y="4786569"/>
            <a:ext cx="16796943" cy="1994814"/>
          </a:xfrm>
        </p:spPr>
        <p:txBody>
          <a:bodyPr anchor="b"/>
          <a:lstStyle>
            <a:lvl1pPr marL="0" indent="0">
              <a:buNone/>
              <a:defRPr sz="9756" b="1"/>
            </a:lvl1pPr>
            <a:lvl2pPr marL="1851526" indent="0">
              <a:buNone/>
              <a:defRPr sz="8069" b="1"/>
            </a:lvl2pPr>
            <a:lvl3pPr marL="3703057" indent="0">
              <a:buNone/>
              <a:defRPr sz="7272" b="1"/>
            </a:lvl3pPr>
            <a:lvl4pPr marL="5554583" indent="0">
              <a:buNone/>
              <a:defRPr sz="6473" b="1"/>
            </a:lvl4pPr>
            <a:lvl5pPr marL="7406109" indent="0">
              <a:buNone/>
              <a:defRPr sz="6473" b="1"/>
            </a:lvl5pPr>
            <a:lvl6pPr marL="9257638" indent="0">
              <a:buNone/>
              <a:defRPr sz="6473" b="1"/>
            </a:lvl6pPr>
            <a:lvl7pPr marL="11109165" indent="0">
              <a:buNone/>
              <a:defRPr sz="6473" b="1"/>
            </a:lvl7pPr>
            <a:lvl8pPr marL="12960691" indent="0">
              <a:buNone/>
              <a:defRPr sz="6473" b="1"/>
            </a:lvl8pPr>
            <a:lvl9pPr marL="14812221" indent="0">
              <a:buNone/>
              <a:defRPr sz="6473" b="1"/>
            </a:lvl9pPr>
          </a:lstStyle>
          <a:p>
            <a:pPr lvl="0"/>
            <a:r>
              <a:rPr lang="en-US"/>
              <a:t>Click to edit Master text styles</a:t>
            </a:r>
          </a:p>
        </p:txBody>
      </p:sp>
      <p:sp>
        <p:nvSpPr>
          <p:cNvPr id="4" name="Content Placeholder 3"/>
          <p:cNvSpPr>
            <a:spLocks noGrp="1"/>
          </p:cNvSpPr>
          <p:nvPr>
            <p:ph sz="half" idx="2"/>
          </p:nvPr>
        </p:nvSpPr>
        <p:spPr>
          <a:xfrm>
            <a:off x="1900795" y="6781383"/>
            <a:ext cx="16796943" cy="12320336"/>
          </a:xfrm>
        </p:spPr>
        <p:txBody>
          <a:bodyPr/>
          <a:lstStyle>
            <a:lvl1pPr>
              <a:defRPr sz="9756"/>
            </a:lvl1pPr>
            <a:lvl2pPr>
              <a:defRPr sz="8069"/>
            </a:lvl2pPr>
            <a:lvl3pPr>
              <a:defRPr sz="7272"/>
            </a:lvl3pPr>
            <a:lvl4pPr>
              <a:defRPr sz="6473"/>
            </a:lvl4pPr>
            <a:lvl5pPr>
              <a:defRPr sz="6473"/>
            </a:lvl5pPr>
            <a:lvl6pPr>
              <a:defRPr sz="6473"/>
            </a:lvl6pPr>
            <a:lvl7pPr>
              <a:defRPr sz="6473"/>
            </a:lvl7pPr>
            <a:lvl8pPr>
              <a:defRPr sz="6473"/>
            </a:lvl8pPr>
            <a:lvl9pPr>
              <a:defRPr sz="64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9311539" y="4786569"/>
            <a:ext cx="16803540" cy="1994814"/>
          </a:xfrm>
        </p:spPr>
        <p:txBody>
          <a:bodyPr anchor="b"/>
          <a:lstStyle>
            <a:lvl1pPr marL="0" indent="0">
              <a:buNone/>
              <a:defRPr sz="9756" b="1"/>
            </a:lvl1pPr>
            <a:lvl2pPr marL="1851526" indent="0">
              <a:buNone/>
              <a:defRPr sz="8069" b="1"/>
            </a:lvl2pPr>
            <a:lvl3pPr marL="3703057" indent="0">
              <a:buNone/>
              <a:defRPr sz="7272" b="1"/>
            </a:lvl3pPr>
            <a:lvl4pPr marL="5554583" indent="0">
              <a:buNone/>
              <a:defRPr sz="6473" b="1"/>
            </a:lvl4pPr>
            <a:lvl5pPr marL="7406109" indent="0">
              <a:buNone/>
              <a:defRPr sz="6473" b="1"/>
            </a:lvl5pPr>
            <a:lvl6pPr marL="9257638" indent="0">
              <a:buNone/>
              <a:defRPr sz="6473" b="1"/>
            </a:lvl6pPr>
            <a:lvl7pPr marL="11109165" indent="0">
              <a:buNone/>
              <a:defRPr sz="6473" b="1"/>
            </a:lvl7pPr>
            <a:lvl8pPr marL="12960691" indent="0">
              <a:buNone/>
              <a:defRPr sz="6473" b="1"/>
            </a:lvl8pPr>
            <a:lvl9pPr marL="14812221" indent="0">
              <a:buNone/>
              <a:defRPr sz="6473" b="1"/>
            </a:lvl9pPr>
          </a:lstStyle>
          <a:p>
            <a:pPr lvl="0"/>
            <a:r>
              <a:rPr lang="en-US"/>
              <a:t>Click to edit Master text styles</a:t>
            </a:r>
          </a:p>
        </p:txBody>
      </p:sp>
      <p:sp>
        <p:nvSpPr>
          <p:cNvPr id="6" name="Content Placeholder 5"/>
          <p:cNvSpPr>
            <a:spLocks noGrp="1"/>
          </p:cNvSpPr>
          <p:nvPr>
            <p:ph sz="quarter" idx="4"/>
          </p:nvPr>
        </p:nvSpPr>
        <p:spPr>
          <a:xfrm>
            <a:off x="19311539" y="6781383"/>
            <a:ext cx="16803540" cy="12320336"/>
          </a:xfrm>
        </p:spPr>
        <p:txBody>
          <a:bodyPr/>
          <a:lstStyle>
            <a:lvl1pPr>
              <a:defRPr sz="9756"/>
            </a:lvl1pPr>
            <a:lvl2pPr>
              <a:defRPr sz="8069"/>
            </a:lvl2pPr>
            <a:lvl3pPr>
              <a:defRPr sz="7272"/>
            </a:lvl3pPr>
            <a:lvl4pPr>
              <a:defRPr sz="6473"/>
            </a:lvl4pPr>
            <a:lvl5pPr>
              <a:defRPr sz="6473"/>
            </a:lvl5pPr>
            <a:lvl6pPr>
              <a:defRPr sz="6473"/>
            </a:lvl6pPr>
            <a:lvl7pPr>
              <a:defRPr sz="6473"/>
            </a:lvl7pPr>
            <a:lvl8pPr>
              <a:defRPr sz="6473"/>
            </a:lvl8pPr>
            <a:lvl9pPr>
              <a:defRPr sz="64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D666C324-7649-404B-AFE0-F85E1EC6DF8C}" type="slidenum">
              <a:rPr lang="en-US" altLang="en-US"/>
              <a:pPr/>
              <a:t>‹#›</a:t>
            </a:fld>
            <a:endParaRPr lang="en-US" altLang="en-US"/>
          </a:p>
        </p:txBody>
      </p:sp>
    </p:spTree>
    <p:extLst>
      <p:ext uri="{BB962C8B-B14F-4D97-AF65-F5344CB8AC3E}">
        <p14:creationId xmlns:p14="http://schemas.microsoft.com/office/powerpoint/2010/main" val="363682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36407DF0-602B-7047-8FF1-26C06AF430AF}" type="slidenum">
              <a:rPr lang="en-US" altLang="en-US"/>
              <a:pPr/>
              <a:t>‹#›</a:t>
            </a:fld>
            <a:endParaRPr lang="en-US" altLang="en-US"/>
          </a:p>
        </p:txBody>
      </p:sp>
    </p:spTree>
    <p:extLst>
      <p:ext uri="{BB962C8B-B14F-4D97-AF65-F5344CB8AC3E}">
        <p14:creationId xmlns:p14="http://schemas.microsoft.com/office/powerpoint/2010/main" val="677738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4"/>
          <p:cNvSpPr>
            <a:spLocks noGrp="1"/>
          </p:cNvSpPr>
          <p:nvPr>
            <p:ph type="ftr" sz="quarter" idx="11"/>
          </p:nvPr>
        </p:nvSpPr>
        <p:spPr>
          <a:xfrm>
            <a:off x="9213467" y="20521612"/>
            <a:ext cx="19588927" cy="862013"/>
          </a:xfrm>
        </p:spPr>
        <p:txBody>
          <a:bodyPr/>
          <a:lstStyle>
            <a:lvl1pPr>
              <a:defRPr sz="3014"/>
            </a:lvl1pPr>
          </a:lstStyle>
          <a:p>
            <a:pPr>
              <a:defRPr/>
            </a:pPr>
            <a:endParaRPr lang="en-US" dirty="0"/>
          </a:p>
        </p:txBody>
      </p:sp>
    </p:spTree>
    <p:extLst>
      <p:ext uri="{BB962C8B-B14F-4D97-AF65-F5344CB8AC3E}">
        <p14:creationId xmlns:p14="http://schemas.microsoft.com/office/powerpoint/2010/main" val="49567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0795" y="851388"/>
            <a:ext cx="12506956" cy="3623337"/>
          </a:xfrm>
        </p:spPr>
        <p:txBody>
          <a:bodyPr anchor="b"/>
          <a:lstStyle>
            <a:lvl1pPr algn="l">
              <a:defRPr sz="8069" b="1"/>
            </a:lvl1pPr>
          </a:lstStyle>
          <a:p>
            <a:r>
              <a:rPr lang="en-US"/>
              <a:t>Click to edit Master title style</a:t>
            </a:r>
            <a:endParaRPr lang="en-GB"/>
          </a:p>
        </p:txBody>
      </p:sp>
      <p:sp>
        <p:nvSpPr>
          <p:cNvPr id="3" name="Content Placeholder 2"/>
          <p:cNvSpPr>
            <a:spLocks noGrp="1"/>
          </p:cNvSpPr>
          <p:nvPr>
            <p:ph idx="1"/>
          </p:nvPr>
        </p:nvSpPr>
        <p:spPr>
          <a:xfrm>
            <a:off x="14863151" y="851390"/>
            <a:ext cx="21251923" cy="18250332"/>
          </a:xfrm>
        </p:spPr>
        <p:txBody>
          <a:bodyPr/>
          <a:lstStyle>
            <a:lvl1pPr>
              <a:defRPr sz="12949"/>
            </a:lvl1pPr>
            <a:lvl2pPr>
              <a:defRPr sz="11352"/>
            </a:lvl2pPr>
            <a:lvl3pPr>
              <a:defRPr sz="9756"/>
            </a:lvl3pPr>
            <a:lvl4pPr>
              <a:defRPr sz="8069"/>
            </a:lvl4pPr>
            <a:lvl5pPr>
              <a:defRPr sz="8069"/>
            </a:lvl5pPr>
            <a:lvl6pPr>
              <a:defRPr sz="8069"/>
            </a:lvl6pPr>
            <a:lvl7pPr>
              <a:defRPr sz="8069"/>
            </a:lvl7pPr>
            <a:lvl8pPr>
              <a:defRPr sz="8069"/>
            </a:lvl8pPr>
            <a:lvl9pPr>
              <a:defRPr sz="806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900795" y="4474724"/>
            <a:ext cx="12506956" cy="14626994"/>
          </a:xfrm>
        </p:spPr>
        <p:txBody>
          <a:bodyPr/>
          <a:lstStyle>
            <a:lvl1pPr marL="0" indent="0">
              <a:buNone/>
              <a:defRPr sz="5676"/>
            </a:lvl1pPr>
            <a:lvl2pPr marL="1851526" indent="0">
              <a:buNone/>
              <a:defRPr sz="4877"/>
            </a:lvl2pPr>
            <a:lvl3pPr marL="3703057" indent="0">
              <a:buNone/>
              <a:defRPr sz="4080"/>
            </a:lvl3pPr>
            <a:lvl4pPr marL="5554583" indent="0">
              <a:buNone/>
              <a:defRPr sz="3637"/>
            </a:lvl4pPr>
            <a:lvl5pPr marL="7406109" indent="0">
              <a:buNone/>
              <a:defRPr sz="3637"/>
            </a:lvl5pPr>
            <a:lvl6pPr marL="9257638" indent="0">
              <a:buNone/>
              <a:defRPr sz="3637"/>
            </a:lvl6pPr>
            <a:lvl7pPr marL="11109165" indent="0">
              <a:buNone/>
              <a:defRPr sz="3637"/>
            </a:lvl7pPr>
            <a:lvl8pPr marL="12960691" indent="0">
              <a:buNone/>
              <a:defRPr sz="3637"/>
            </a:lvl8pPr>
            <a:lvl9pPr marL="14812221" indent="0">
              <a:buNone/>
              <a:defRPr sz="3637"/>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4175F80-2354-314F-B07E-CCA700FD6816}" type="slidenum">
              <a:rPr lang="en-US" altLang="en-US"/>
              <a:pPr/>
              <a:t>‹#›</a:t>
            </a:fld>
            <a:endParaRPr lang="en-US" altLang="en-US"/>
          </a:p>
        </p:txBody>
      </p:sp>
    </p:spTree>
    <p:extLst>
      <p:ext uri="{BB962C8B-B14F-4D97-AF65-F5344CB8AC3E}">
        <p14:creationId xmlns:p14="http://schemas.microsoft.com/office/powerpoint/2010/main" val="67301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51378" y="14968539"/>
            <a:ext cx="22809518" cy="1767121"/>
          </a:xfrm>
        </p:spPr>
        <p:txBody>
          <a:bodyPr anchor="b"/>
          <a:lstStyle>
            <a:lvl1pPr algn="l">
              <a:defRPr sz="8069" b="1"/>
            </a:lvl1pPr>
          </a:lstStyle>
          <a:p>
            <a:r>
              <a:rPr lang="en-US"/>
              <a:t>Click to edit Master title style</a:t>
            </a:r>
            <a:endParaRPr lang="en-GB"/>
          </a:p>
        </p:txBody>
      </p:sp>
      <p:sp>
        <p:nvSpPr>
          <p:cNvPr id="3" name="Picture Placeholder 2"/>
          <p:cNvSpPr>
            <a:spLocks noGrp="1"/>
          </p:cNvSpPr>
          <p:nvPr>
            <p:ph type="pic" idx="1"/>
          </p:nvPr>
        </p:nvSpPr>
        <p:spPr>
          <a:xfrm>
            <a:off x="7451378" y="1910668"/>
            <a:ext cx="22809518" cy="12830175"/>
          </a:xfrm>
        </p:spPr>
        <p:txBody>
          <a:bodyPr rtlCol="0">
            <a:normAutofit/>
          </a:bodyPr>
          <a:lstStyle>
            <a:lvl1pPr marL="0" indent="0">
              <a:buNone/>
              <a:defRPr sz="12949"/>
            </a:lvl1pPr>
            <a:lvl2pPr marL="1851526" indent="0">
              <a:buNone/>
              <a:defRPr sz="11352"/>
            </a:lvl2pPr>
            <a:lvl3pPr marL="3703057" indent="0">
              <a:buNone/>
              <a:defRPr sz="9756"/>
            </a:lvl3pPr>
            <a:lvl4pPr marL="5554583" indent="0">
              <a:buNone/>
              <a:defRPr sz="8069"/>
            </a:lvl4pPr>
            <a:lvl5pPr marL="7406109" indent="0">
              <a:buNone/>
              <a:defRPr sz="8069"/>
            </a:lvl5pPr>
            <a:lvl6pPr marL="9257638" indent="0">
              <a:buNone/>
              <a:defRPr sz="8069"/>
            </a:lvl6pPr>
            <a:lvl7pPr marL="11109165" indent="0">
              <a:buNone/>
              <a:defRPr sz="8069"/>
            </a:lvl7pPr>
            <a:lvl8pPr marL="12960691" indent="0">
              <a:buNone/>
              <a:defRPr sz="8069"/>
            </a:lvl8pPr>
            <a:lvl9pPr marL="14812221" indent="0">
              <a:buNone/>
              <a:defRPr sz="8069"/>
            </a:lvl9pPr>
          </a:lstStyle>
          <a:p>
            <a:pPr lvl="0"/>
            <a:endParaRPr lang="en-GB" noProof="0"/>
          </a:p>
        </p:txBody>
      </p:sp>
      <p:sp>
        <p:nvSpPr>
          <p:cNvPr id="4" name="Text Placeholder 3"/>
          <p:cNvSpPr>
            <a:spLocks noGrp="1"/>
          </p:cNvSpPr>
          <p:nvPr>
            <p:ph type="body" sz="half" idx="2"/>
          </p:nvPr>
        </p:nvSpPr>
        <p:spPr>
          <a:xfrm>
            <a:off x="7451378" y="16735660"/>
            <a:ext cx="22809518" cy="2509604"/>
          </a:xfrm>
        </p:spPr>
        <p:txBody>
          <a:bodyPr/>
          <a:lstStyle>
            <a:lvl1pPr marL="0" indent="0">
              <a:buNone/>
              <a:defRPr sz="5676"/>
            </a:lvl1pPr>
            <a:lvl2pPr marL="1851526" indent="0">
              <a:buNone/>
              <a:defRPr sz="4877"/>
            </a:lvl2pPr>
            <a:lvl3pPr marL="3703057" indent="0">
              <a:buNone/>
              <a:defRPr sz="4080"/>
            </a:lvl3pPr>
            <a:lvl4pPr marL="5554583" indent="0">
              <a:buNone/>
              <a:defRPr sz="3637"/>
            </a:lvl4pPr>
            <a:lvl5pPr marL="7406109" indent="0">
              <a:buNone/>
              <a:defRPr sz="3637"/>
            </a:lvl5pPr>
            <a:lvl6pPr marL="9257638" indent="0">
              <a:buNone/>
              <a:defRPr sz="3637"/>
            </a:lvl6pPr>
            <a:lvl7pPr marL="11109165" indent="0">
              <a:buNone/>
              <a:defRPr sz="3637"/>
            </a:lvl7pPr>
            <a:lvl8pPr marL="12960691" indent="0">
              <a:buNone/>
              <a:defRPr sz="3637"/>
            </a:lvl8pPr>
            <a:lvl9pPr marL="14812221" indent="0">
              <a:buNone/>
              <a:defRPr sz="3637"/>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7DBE4461-5943-9241-9478-7F01AAE5538C}" type="slidenum">
              <a:rPr lang="en-US" altLang="en-US"/>
              <a:pPr/>
              <a:t>‹#›</a:t>
            </a:fld>
            <a:endParaRPr lang="en-US" altLang="en-US"/>
          </a:p>
        </p:txBody>
      </p:sp>
    </p:spTree>
    <p:extLst>
      <p:ext uri="{BB962C8B-B14F-4D97-AF65-F5344CB8AC3E}">
        <p14:creationId xmlns:p14="http://schemas.microsoft.com/office/powerpoint/2010/main" val="490129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AADBFAD-62BC-884C-9792-45AF80515BAB}" type="slidenum">
              <a:rPr lang="en-US" altLang="en-US"/>
              <a:pPr/>
              <a:t>‹#›</a:t>
            </a:fld>
            <a:endParaRPr lang="en-US" altLang="en-US"/>
          </a:p>
        </p:txBody>
      </p:sp>
    </p:spTree>
    <p:extLst>
      <p:ext uri="{BB962C8B-B14F-4D97-AF65-F5344CB8AC3E}">
        <p14:creationId xmlns:p14="http://schemas.microsoft.com/office/powerpoint/2010/main" val="2014199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561505" y="856342"/>
            <a:ext cx="8553569" cy="18245379"/>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900795" y="856342"/>
            <a:ext cx="25027110" cy="18245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68A9070-97D3-8F40-A360-58F305393991}" type="slidenum">
              <a:rPr lang="en-US" altLang="en-US"/>
              <a:pPr/>
              <a:t>‹#›</a:t>
            </a:fld>
            <a:endParaRPr lang="en-US" altLang="en-US"/>
          </a:p>
        </p:txBody>
      </p:sp>
    </p:spTree>
    <p:extLst>
      <p:ext uri="{BB962C8B-B14F-4D97-AF65-F5344CB8AC3E}">
        <p14:creationId xmlns:p14="http://schemas.microsoft.com/office/powerpoint/2010/main" val="1864083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900375" y="856511"/>
            <a:ext cx="34215122" cy="356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17561" tIns="208780" rIns="417561" bIns="20878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1900375" y="4989964"/>
            <a:ext cx="34215122" cy="14112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17561" tIns="208780" rIns="417561" bIns="20878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1900372" y="19819711"/>
            <a:ext cx="8870275" cy="1137903"/>
          </a:xfrm>
          <a:prstGeom prst="rect">
            <a:avLst/>
          </a:prstGeom>
        </p:spPr>
        <p:txBody>
          <a:bodyPr vert="horz" lIns="417561" tIns="208780" rIns="417561" bIns="208780" rtlCol="0" anchor="ctr"/>
          <a:lstStyle>
            <a:lvl1pPr algn="l">
              <a:defRPr sz="4877">
                <a:solidFill>
                  <a:schemeClr val="tx1">
                    <a:tint val="75000"/>
                  </a:schemeClr>
                </a:solidFill>
                <a:latin typeface="Helvetica" pitchFamily="124" charset="0"/>
                <a:ea typeface="MS PGothic" pitchFamily="34" charset="-128"/>
              </a:defRPr>
            </a:lvl1pPr>
          </a:lstStyle>
          <a:p>
            <a:pPr>
              <a:defRPr/>
            </a:pPr>
            <a:endParaRPr lang="en-US"/>
          </a:p>
        </p:txBody>
      </p:sp>
      <p:sp>
        <p:nvSpPr>
          <p:cNvPr id="5" name="Footer Placeholder 4"/>
          <p:cNvSpPr>
            <a:spLocks noGrp="1"/>
          </p:cNvSpPr>
          <p:nvPr>
            <p:ph type="ftr" sz="quarter" idx="3"/>
          </p:nvPr>
        </p:nvSpPr>
        <p:spPr>
          <a:xfrm>
            <a:off x="12988213" y="19819711"/>
            <a:ext cx="12039438" cy="1137903"/>
          </a:xfrm>
          <a:prstGeom prst="rect">
            <a:avLst/>
          </a:prstGeom>
        </p:spPr>
        <p:txBody>
          <a:bodyPr vert="horz" lIns="417561" tIns="208780" rIns="417561" bIns="208780" rtlCol="0" anchor="ctr"/>
          <a:lstStyle>
            <a:lvl1pPr algn="ctr">
              <a:defRPr sz="4877">
                <a:solidFill>
                  <a:schemeClr val="tx1">
                    <a:tint val="75000"/>
                  </a:schemeClr>
                </a:solidFill>
                <a:latin typeface="Helvetica" pitchFamily="124" charset="0"/>
                <a:ea typeface="MS PGothic" pitchFamily="34" charset="-128"/>
              </a:defRPr>
            </a:lvl1pPr>
          </a:lstStyle>
          <a:p>
            <a:pPr>
              <a:defRPr/>
            </a:pPr>
            <a:endParaRPr lang="en-US"/>
          </a:p>
        </p:txBody>
      </p:sp>
      <p:sp>
        <p:nvSpPr>
          <p:cNvPr id="6" name="Slide Number Placeholder 5"/>
          <p:cNvSpPr>
            <a:spLocks noGrp="1"/>
          </p:cNvSpPr>
          <p:nvPr>
            <p:ph type="sldNum" sz="quarter" idx="4"/>
          </p:nvPr>
        </p:nvSpPr>
        <p:spPr>
          <a:xfrm>
            <a:off x="27245222" y="19819711"/>
            <a:ext cx="8870275" cy="1137903"/>
          </a:xfrm>
          <a:prstGeom prst="rect">
            <a:avLst/>
          </a:prstGeom>
        </p:spPr>
        <p:txBody>
          <a:bodyPr vert="horz" wrap="square" lIns="417561" tIns="208780" rIns="417561" bIns="208780" numCol="1" anchor="ctr" anchorCtr="0" compatLnSpc="1">
            <a:prstTxWarp prst="textNoShape">
              <a:avLst/>
            </a:prstTxWarp>
          </a:bodyPr>
          <a:lstStyle>
            <a:lvl1pPr algn="r">
              <a:defRPr sz="4877">
                <a:solidFill>
                  <a:srgbClr val="898989"/>
                </a:solidFill>
              </a:defRPr>
            </a:lvl1pPr>
          </a:lstStyle>
          <a:p>
            <a:fld id="{8A7ECEBB-397B-CC44-B6E9-FBDBC816760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sldNum="0" hdr="0" dt="0"/>
  <p:txStyles>
    <p:titleStyle>
      <a:lvl1pPr algn="ctr" defTabSz="3702624" rtl="0" eaLnBrk="0" fontAlgn="base" hangingPunct="0">
        <a:spcBef>
          <a:spcPct val="0"/>
        </a:spcBef>
        <a:spcAft>
          <a:spcPct val="0"/>
        </a:spcAft>
        <a:defRPr sz="17826" kern="1200">
          <a:solidFill>
            <a:schemeClr val="tx1"/>
          </a:solidFill>
          <a:latin typeface="+mj-lt"/>
          <a:ea typeface="+mj-ea"/>
          <a:cs typeface="+mj-cs"/>
        </a:defRPr>
      </a:lvl1pPr>
      <a:lvl2pPr algn="ctr" defTabSz="3702624" rtl="0" eaLnBrk="0" fontAlgn="base" hangingPunct="0">
        <a:spcBef>
          <a:spcPct val="0"/>
        </a:spcBef>
        <a:spcAft>
          <a:spcPct val="0"/>
        </a:spcAft>
        <a:defRPr sz="17826">
          <a:solidFill>
            <a:schemeClr val="tx1"/>
          </a:solidFill>
          <a:latin typeface="Calibri" pitchFamily="34" charset="0"/>
        </a:defRPr>
      </a:lvl2pPr>
      <a:lvl3pPr algn="ctr" defTabSz="3702624" rtl="0" eaLnBrk="0" fontAlgn="base" hangingPunct="0">
        <a:spcBef>
          <a:spcPct val="0"/>
        </a:spcBef>
        <a:spcAft>
          <a:spcPct val="0"/>
        </a:spcAft>
        <a:defRPr sz="17826">
          <a:solidFill>
            <a:schemeClr val="tx1"/>
          </a:solidFill>
          <a:latin typeface="Calibri" pitchFamily="34" charset="0"/>
        </a:defRPr>
      </a:lvl3pPr>
      <a:lvl4pPr algn="ctr" defTabSz="3702624" rtl="0" eaLnBrk="0" fontAlgn="base" hangingPunct="0">
        <a:spcBef>
          <a:spcPct val="0"/>
        </a:spcBef>
        <a:spcAft>
          <a:spcPct val="0"/>
        </a:spcAft>
        <a:defRPr sz="17826">
          <a:solidFill>
            <a:schemeClr val="tx1"/>
          </a:solidFill>
          <a:latin typeface="Calibri" pitchFamily="34" charset="0"/>
        </a:defRPr>
      </a:lvl4pPr>
      <a:lvl5pPr algn="ctr" defTabSz="3702624" rtl="0" eaLnBrk="0" fontAlgn="base" hangingPunct="0">
        <a:spcBef>
          <a:spcPct val="0"/>
        </a:spcBef>
        <a:spcAft>
          <a:spcPct val="0"/>
        </a:spcAft>
        <a:defRPr sz="17826">
          <a:solidFill>
            <a:schemeClr val="tx1"/>
          </a:solidFill>
          <a:latin typeface="Calibri" pitchFamily="34" charset="0"/>
        </a:defRPr>
      </a:lvl5pPr>
      <a:lvl6pPr marL="405458" algn="ctr" defTabSz="3702624" rtl="0" fontAlgn="base">
        <a:spcBef>
          <a:spcPct val="0"/>
        </a:spcBef>
        <a:spcAft>
          <a:spcPct val="0"/>
        </a:spcAft>
        <a:defRPr sz="17826">
          <a:solidFill>
            <a:schemeClr val="tx1"/>
          </a:solidFill>
          <a:latin typeface="Calibri" pitchFamily="34" charset="0"/>
        </a:defRPr>
      </a:lvl6pPr>
      <a:lvl7pPr marL="810917" algn="ctr" defTabSz="3702624" rtl="0" fontAlgn="base">
        <a:spcBef>
          <a:spcPct val="0"/>
        </a:spcBef>
        <a:spcAft>
          <a:spcPct val="0"/>
        </a:spcAft>
        <a:defRPr sz="17826">
          <a:solidFill>
            <a:schemeClr val="tx1"/>
          </a:solidFill>
          <a:latin typeface="Calibri" pitchFamily="34" charset="0"/>
        </a:defRPr>
      </a:lvl7pPr>
      <a:lvl8pPr marL="1216375" algn="ctr" defTabSz="3702624" rtl="0" fontAlgn="base">
        <a:spcBef>
          <a:spcPct val="0"/>
        </a:spcBef>
        <a:spcAft>
          <a:spcPct val="0"/>
        </a:spcAft>
        <a:defRPr sz="17826">
          <a:solidFill>
            <a:schemeClr val="tx1"/>
          </a:solidFill>
          <a:latin typeface="Calibri" pitchFamily="34" charset="0"/>
        </a:defRPr>
      </a:lvl8pPr>
      <a:lvl9pPr marL="1621834" algn="ctr" defTabSz="3702624" rtl="0" fontAlgn="base">
        <a:spcBef>
          <a:spcPct val="0"/>
        </a:spcBef>
        <a:spcAft>
          <a:spcPct val="0"/>
        </a:spcAft>
        <a:defRPr sz="17826">
          <a:solidFill>
            <a:schemeClr val="tx1"/>
          </a:solidFill>
          <a:latin typeface="Calibri" pitchFamily="34" charset="0"/>
        </a:defRPr>
      </a:lvl9pPr>
    </p:titleStyle>
    <p:bodyStyle>
      <a:lvl1pPr marL="1388132" indent="-1388132" algn="l" defTabSz="3702624" rtl="0" eaLnBrk="0" fontAlgn="base" hangingPunct="0">
        <a:spcBef>
          <a:spcPct val="20000"/>
        </a:spcBef>
        <a:spcAft>
          <a:spcPct val="0"/>
        </a:spcAft>
        <a:buFont typeface="Arial" charset="0"/>
        <a:buChar char="•"/>
        <a:defRPr sz="12949" kern="1200">
          <a:solidFill>
            <a:schemeClr val="tx1"/>
          </a:solidFill>
          <a:latin typeface="+mn-lt"/>
          <a:ea typeface="+mn-ea"/>
          <a:cs typeface="+mn-cs"/>
        </a:defRPr>
      </a:lvl1pPr>
      <a:lvl2pPr marL="3008558" indent="-1155838" algn="l" defTabSz="3702624" rtl="0" eaLnBrk="0" fontAlgn="base" hangingPunct="0">
        <a:spcBef>
          <a:spcPct val="20000"/>
        </a:spcBef>
        <a:spcAft>
          <a:spcPct val="0"/>
        </a:spcAft>
        <a:buFont typeface="Arial" charset="0"/>
        <a:buChar char="–"/>
        <a:defRPr sz="11352" kern="1200">
          <a:solidFill>
            <a:schemeClr val="tx1"/>
          </a:solidFill>
          <a:latin typeface="+mn-lt"/>
          <a:ea typeface="+mn-ea"/>
          <a:cs typeface="+mn-cs"/>
        </a:defRPr>
      </a:lvl2pPr>
      <a:lvl3pPr marL="4627575" indent="-924954" algn="l" defTabSz="3702624" rtl="0" eaLnBrk="0" fontAlgn="base" hangingPunct="0">
        <a:spcBef>
          <a:spcPct val="20000"/>
        </a:spcBef>
        <a:spcAft>
          <a:spcPct val="0"/>
        </a:spcAft>
        <a:buFont typeface="Arial" charset="0"/>
        <a:buChar char="•"/>
        <a:defRPr sz="9756" kern="1200">
          <a:solidFill>
            <a:schemeClr val="tx1"/>
          </a:solidFill>
          <a:latin typeface="+mn-lt"/>
          <a:ea typeface="+mn-ea"/>
          <a:cs typeface="+mn-cs"/>
        </a:defRPr>
      </a:lvl3pPr>
      <a:lvl4pPr marL="6480296" indent="-924954" algn="l" defTabSz="3702624" rtl="0" eaLnBrk="0" fontAlgn="base" hangingPunct="0">
        <a:spcBef>
          <a:spcPct val="20000"/>
        </a:spcBef>
        <a:spcAft>
          <a:spcPct val="0"/>
        </a:spcAft>
        <a:buFont typeface="Arial" charset="0"/>
        <a:buChar char="–"/>
        <a:defRPr sz="8069" kern="1200">
          <a:solidFill>
            <a:schemeClr val="tx1"/>
          </a:solidFill>
          <a:latin typeface="+mn-lt"/>
          <a:ea typeface="+mn-ea"/>
          <a:cs typeface="+mn-cs"/>
        </a:defRPr>
      </a:lvl4pPr>
      <a:lvl5pPr marL="8331607" indent="-924954" algn="l" defTabSz="3702624" rtl="0" eaLnBrk="0" fontAlgn="base" hangingPunct="0">
        <a:spcBef>
          <a:spcPct val="20000"/>
        </a:spcBef>
        <a:spcAft>
          <a:spcPct val="0"/>
        </a:spcAft>
        <a:buFont typeface="Arial" charset="0"/>
        <a:buChar char="»"/>
        <a:defRPr sz="8069" kern="1200">
          <a:solidFill>
            <a:schemeClr val="tx1"/>
          </a:solidFill>
          <a:latin typeface="+mn-lt"/>
          <a:ea typeface="+mn-ea"/>
          <a:cs typeface="+mn-cs"/>
        </a:defRPr>
      </a:lvl5pPr>
      <a:lvl6pPr marL="10183403" indent="-925762" algn="l" defTabSz="3703057" rtl="0" eaLnBrk="1" latinLnBrk="0" hangingPunct="1">
        <a:spcBef>
          <a:spcPct val="20000"/>
        </a:spcBef>
        <a:buFont typeface="Arial" panose="020B0604020202020204" pitchFamily="34" charset="0"/>
        <a:buChar char="•"/>
        <a:defRPr sz="8069" kern="1200">
          <a:solidFill>
            <a:schemeClr val="tx1"/>
          </a:solidFill>
          <a:latin typeface="+mn-lt"/>
          <a:ea typeface="+mn-ea"/>
          <a:cs typeface="+mn-cs"/>
        </a:defRPr>
      </a:lvl6pPr>
      <a:lvl7pPr marL="12034929" indent="-925762" algn="l" defTabSz="3703057" rtl="0" eaLnBrk="1" latinLnBrk="0" hangingPunct="1">
        <a:spcBef>
          <a:spcPct val="20000"/>
        </a:spcBef>
        <a:buFont typeface="Arial" panose="020B0604020202020204" pitchFamily="34" charset="0"/>
        <a:buChar char="•"/>
        <a:defRPr sz="8069" kern="1200">
          <a:solidFill>
            <a:schemeClr val="tx1"/>
          </a:solidFill>
          <a:latin typeface="+mn-lt"/>
          <a:ea typeface="+mn-ea"/>
          <a:cs typeface="+mn-cs"/>
        </a:defRPr>
      </a:lvl7pPr>
      <a:lvl8pPr marL="13886457" indent="-925762" algn="l" defTabSz="3703057" rtl="0" eaLnBrk="1" latinLnBrk="0" hangingPunct="1">
        <a:spcBef>
          <a:spcPct val="20000"/>
        </a:spcBef>
        <a:buFont typeface="Arial" panose="020B0604020202020204" pitchFamily="34" charset="0"/>
        <a:buChar char="•"/>
        <a:defRPr sz="8069" kern="1200">
          <a:solidFill>
            <a:schemeClr val="tx1"/>
          </a:solidFill>
          <a:latin typeface="+mn-lt"/>
          <a:ea typeface="+mn-ea"/>
          <a:cs typeface="+mn-cs"/>
        </a:defRPr>
      </a:lvl8pPr>
      <a:lvl9pPr marL="15737986" indent="-925762" algn="l" defTabSz="3703057" rtl="0" eaLnBrk="1" latinLnBrk="0" hangingPunct="1">
        <a:spcBef>
          <a:spcPct val="20000"/>
        </a:spcBef>
        <a:buFont typeface="Arial" panose="020B0604020202020204" pitchFamily="34" charset="0"/>
        <a:buChar char="•"/>
        <a:defRPr sz="8069" kern="1200">
          <a:solidFill>
            <a:schemeClr val="tx1"/>
          </a:solidFill>
          <a:latin typeface="+mn-lt"/>
          <a:ea typeface="+mn-ea"/>
          <a:cs typeface="+mn-cs"/>
        </a:defRPr>
      </a:lvl9pPr>
    </p:bodyStyle>
    <p:otherStyle>
      <a:defPPr>
        <a:defRPr lang="en-US"/>
      </a:defPPr>
      <a:lvl1pPr marL="0" algn="l" defTabSz="3703057" rtl="0" eaLnBrk="1" latinLnBrk="0" hangingPunct="1">
        <a:defRPr sz="7272" kern="1200">
          <a:solidFill>
            <a:schemeClr val="tx1"/>
          </a:solidFill>
          <a:latin typeface="+mn-lt"/>
          <a:ea typeface="+mn-ea"/>
          <a:cs typeface="+mn-cs"/>
        </a:defRPr>
      </a:lvl1pPr>
      <a:lvl2pPr marL="1851526" algn="l" defTabSz="3703057" rtl="0" eaLnBrk="1" latinLnBrk="0" hangingPunct="1">
        <a:defRPr sz="7272" kern="1200">
          <a:solidFill>
            <a:schemeClr val="tx1"/>
          </a:solidFill>
          <a:latin typeface="+mn-lt"/>
          <a:ea typeface="+mn-ea"/>
          <a:cs typeface="+mn-cs"/>
        </a:defRPr>
      </a:lvl2pPr>
      <a:lvl3pPr marL="3703057" algn="l" defTabSz="3703057" rtl="0" eaLnBrk="1" latinLnBrk="0" hangingPunct="1">
        <a:defRPr sz="7272" kern="1200">
          <a:solidFill>
            <a:schemeClr val="tx1"/>
          </a:solidFill>
          <a:latin typeface="+mn-lt"/>
          <a:ea typeface="+mn-ea"/>
          <a:cs typeface="+mn-cs"/>
        </a:defRPr>
      </a:lvl3pPr>
      <a:lvl4pPr marL="5554583" algn="l" defTabSz="3703057" rtl="0" eaLnBrk="1" latinLnBrk="0" hangingPunct="1">
        <a:defRPr sz="7272" kern="1200">
          <a:solidFill>
            <a:schemeClr val="tx1"/>
          </a:solidFill>
          <a:latin typeface="+mn-lt"/>
          <a:ea typeface="+mn-ea"/>
          <a:cs typeface="+mn-cs"/>
        </a:defRPr>
      </a:lvl4pPr>
      <a:lvl5pPr marL="7406109" algn="l" defTabSz="3703057" rtl="0" eaLnBrk="1" latinLnBrk="0" hangingPunct="1">
        <a:defRPr sz="7272" kern="1200">
          <a:solidFill>
            <a:schemeClr val="tx1"/>
          </a:solidFill>
          <a:latin typeface="+mn-lt"/>
          <a:ea typeface="+mn-ea"/>
          <a:cs typeface="+mn-cs"/>
        </a:defRPr>
      </a:lvl5pPr>
      <a:lvl6pPr marL="9257638" algn="l" defTabSz="3703057" rtl="0" eaLnBrk="1" latinLnBrk="0" hangingPunct="1">
        <a:defRPr sz="7272" kern="1200">
          <a:solidFill>
            <a:schemeClr val="tx1"/>
          </a:solidFill>
          <a:latin typeface="+mn-lt"/>
          <a:ea typeface="+mn-ea"/>
          <a:cs typeface="+mn-cs"/>
        </a:defRPr>
      </a:lvl6pPr>
      <a:lvl7pPr marL="11109165" algn="l" defTabSz="3703057" rtl="0" eaLnBrk="1" latinLnBrk="0" hangingPunct="1">
        <a:defRPr sz="7272" kern="1200">
          <a:solidFill>
            <a:schemeClr val="tx1"/>
          </a:solidFill>
          <a:latin typeface="+mn-lt"/>
          <a:ea typeface="+mn-ea"/>
          <a:cs typeface="+mn-cs"/>
        </a:defRPr>
      </a:lvl7pPr>
      <a:lvl8pPr marL="12960691" algn="l" defTabSz="3703057" rtl="0" eaLnBrk="1" latinLnBrk="0" hangingPunct="1">
        <a:defRPr sz="7272" kern="1200">
          <a:solidFill>
            <a:schemeClr val="tx1"/>
          </a:solidFill>
          <a:latin typeface="+mn-lt"/>
          <a:ea typeface="+mn-ea"/>
          <a:cs typeface="+mn-cs"/>
        </a:defRPr>
      </a:lvl8pPr>
      <a:lvl9pPr marL="14812221" algn="l" defTabSz="3703057" rtl="0" eaLnBrk="1" latinLnBrk="0" hangingPunct="1">
        <a:defRPr sz="72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180"/>
          <p:cNvSpPr>
            <a:spLocks noChangeArrowheads="1"/>
          </p:cNvSpPr>
          <p:nvPr/>
        </p:nvSpPr>
        <p:spPr bwMode="auto">
          <a:xfrm>
            <a:off x="7917459" y="127140"/>
            <a:ext cx="22968909" cy="1463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533" tIns="35767" rIns="71533" bIns="35767" anchor="ctr">
            <a:spAutoFit/>
          </a:bodyPr>
          <a:lstStyle>
            <a:lvl1pPr eaLnBrk="0" hangingPunct="0">
              <a:spcBef>
                <a:spcPct val="20000"/>
              </a:spcBef>
              <a:buFont typeface="Arial" charset="0"/>
              <a:buChar char="•"/>
              <a:defRPr sz="14600">
                <a:solidFill>
                  <a:schemeClr val="tx1"/>
                </a:solidFill>
                <a:latin typeface="Calibri" charset="0"/>
              </a:defRPr>
            </a:lvl1pPr>
            <a:lvl2pPr marL="742950" indent="-285750" eaLnBrk="0" hangingPunct="0">
              <a:spcBef>
                <a:spcPct val="20000"/>
              </a:spcBef>
              <a:buFont typeface="Arial" charset="0"/>
              <a:buChar char="–"/>
              <a:defRPr sz="12800">
                <a:solidFill>
                  <a:schemeClr val="tx1"/>
                </a:solidFill>
                <a:latin typeface="Calibri" charset="0"/>
              </a:defRPr>
            </a:lvl2pPr>
            <a:lvl3pPr marL="1143000" indent="-228600" eaLnBrk="0" hangingPunct="0">
              <a:spcBef>
                <a:spcPct val="20000"/>
              </a:spcBef>
              <a:buFont typeface="Arial" charset="0"/>
              <a:buChar char="•"/>
              <a:defRPr sz="11000">
                <a:solidFill>
                  <a:schemeClr val="tx1"/>
                </a:solidFill>
                <a:latin typeface="Calibri" charset="0"/>
              </a:defRPr>
            </a:lvl3pPr>
            <a:lvl4pPr marL="1600200" indent="-228600" eaLnBrk="0" hangingPunct="0">
              <a:spcBef>
                <a:spcPct val="20000"/>
              </a:spcBef>
              <a:buFont typeface="Arial" charset="0"/>
              <a:buChar char="–"/>
              <a:defRPr sz="9100">
                <a:solidFill>
                  <a:schemeClr val="tx1"/>
                </a:solidFill>
                <a:latin typeface="Calibri" charset="0"/>
              </a:defRPr>
            </a:lvl4pPr>
            <a:lvl5pPr marL="2057400" indent="-228600" eaLnBrk="0" hangingPunct="0">
              <a:spcBef>
                <a:spcPct val="20000"/>
              </a:spcBef>
              <a:buFont typeface="Arial" charset="0"/>
              <a:buChar char="»"/>
              <a:defRPr sz="9100">
                <a:solidFill>
                  <a:schemeClr val="tx1"/>
                </a:solidFill>
                <a:latin typeface="Calibri" charset="0"/>
              </a:defRPr>
            </a:lvl5pPr>
            <a:lvl6pPr marL="2514600" indent="-228600" eaLnBrk="0" fontAlgn="base" hangingPunct="0">
              <a:spcBef>
                <a:spcPct val="20000"/>
              </a:spcBef>
              <a:spcAft>
                <a:spcPct val="0"/>
              </a:spcAft>
              <a:buFont typeface="Arial" charset="0"/>
              <a:buChar char="»"/>
              <a:defRPr sz="9100">
                <a:solidFill>
                  <a:schemeClr val="tx1"/>
                </a:solidFill>
                <a:latin typeface="Calibri" charset="0"/>
              </a:defRPr>
            </a:lvl6pPr>
            <a:lvl7pPr marL="2971800" indent="-228600" eaLnBrk="0" fontAlgn="base" hangingPunct="0">
              <a:spcBef>
                <a:spcPct val="20000"/>
              </a:spcBef>
              <a:spcAft>
                <a:spcPct val="0"/>
              </a:spcAft>
              <a:buFont typeface="Arial" charset="0"/>
              <a:buChar char="»"/>
              <a:defRPr sz="9100">
                <a:solidFill>
                  <a:schemeClr val="tx1"/>
                </a:solidFill>
                <a:latin typeface="Calibri" charset="0"/>
              </a:defRPr>
            </a:lvl7pPr>
            <a:lvl8pPr marL="3429000" indent="-228600" eaLnBrk="0" fontAlgn="base" hangingPunct="0">
              <a:spcBef>
                <a:spcPct val="20000"/>
              </a:spcBef>
              <a:spcAft>
                <a:spcPct val="0"/>
              </a:spcAft>
              <a:buFont typeface="Arial" charset="0"/>
              <a:buChar char="»"/>
              <a:defRPr sz="9100">
                <a:solidFill>
                  <a:schemeClr val="tx1"/>
                </a:solidFill>
                <a:latin typeface="Calibri" charset="0"/>
              </a:defRPr>
            </a:lvl8pPr>
            <a:lvl9pPr marL="3886200" indent="-228600" eaLnBrk="0" fontAlgn="base" hangingPunct="0">
              <a:spcBef>
                <a:spcPct val="20000"/>
              </a:spcBef>
              <a:spcAft>
                <a:spcPct val="0"/>
              </a:spcAft>
              <a:buFont typeface="Arial" charset="0"/>
              <a:buChar char="»"/>
              <a:defRPr sz="9100">
                <a:solidFill>
                  <a:schemeClr val="tx1"/>
                </a:solidFill>
                <a:latin typeface="Calibri" charset="0"/>
              </a:defRPr>
            </a:lvl9pPr>
          </a:lstStyle>
          <a:p>
            <a:pPr algn="ctr" eaLnBrk="1" hangingPunct="1">
              <a:spcBef>
                <a:spcPct val="0"/>
              </a:spcBef>
              <a:buFontTx/>
              <a:buNone/>
            </a:pPr>
            <a:r>
              <a:rPr lang="en-US" altLang="en-US" sz="9041" b="1" dirty="0"/>
              <a:t>Poster title: An investigation into</a:t>
            </a:r>
            <a:r>
              <a:rPr lang="mr-IN" altLang="en-US" sz="9041" b="1" dirty="0"/>
              <a:t>…</a:t>
            </a:r>
            <a:endParaRPr lang="en-US" altLang="en-US" sz="9041" b="1" dirty="0"/>
          </a:p>
        </p:txBody>
      </p:sp>
      <p:sp>
        <p:nvSpPr>
          <p:cNvPr id="5" name="Rectangle 4"/>
          <p:cNvSpPr/>
          <p:nvPr/>
        </p:nvSpPr>
        <p:spPr>
          <a:xfrm>
            <a:off x="10598195" y="16577506"/>
            <a:ext cx="7387730" cy="55295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241"/>
          </a:p>
        </p:txBody>
      </p:sp>
      <p:sp>
        <p:nvSpPr>
          <p:cNvPr id="24" name="Rectangle 23"/>
          <p:cNvSpPr/>
          <p:nvPr/>
        </p:nvSpPr>
        <p:spPr>
          <a:xfrm>
            <a:off x="10658726" y="9764123"/>
            <a:ext cx="7387730" cy="53986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241"/>
          </a:p>
        </p:txBody>
      </p:sp>
      <p:sp>
        <p:nvSpPr>
          <p:cNvPr id="25" name="Rectangle 24"/>
          <p:cNvSpPr/>
          <p:nvPr/>
        </p:nvSpPr>
        <p:spPr>
          <a:xfrm>
            <a:off x="10713628" y="2566440"/>
            <a:ext cx="7387730" cy="54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241"/>
          </a:p>
        </p:txBody>
      </p:sp>
      <p:sp>
        <p:nvSpPr>
          <p:cNvPr id="2063" name="TextBox 7"/>
          <p:cNvSpPr txBox="1">
            <a:spLocks noChangeArrowheads="1"/>
          </p:cNvSpPr>
          <p:nvPr/>
        </p:nvSpPr>
        <p:spPr bwMode="auto">
          <a:xfrm>
            <a:off x="19245843" y="8080492"/>
            <a:ext cx="6475524" cy="365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14600">
                <a:solidFill>
                  <a:schemeClr val="tx1"/>
                </a:solidFill>
                <a:latin typeface="Calibri" charset="0"/>
              </a:defRPr>
            </a:lvl1pPr>
            <a:lvl2pPr marL="742950" indent="-285750" eaLnBrk="0" hangingPunct="0">
              <a:spcBef>
                <a:spcPct val="20000"/>
              </a:spcBef>
              <a:buFont typeface="Arial" charset="0"/>
              <a:buChar char="–"/>
              <a:defRPr sz="12800">
                <a:solidFill>
                  <a:schemeClr val="tx1"/>
                </a:solidFill>
                <a:latin typeface="Calibri" charset="0"/>
              </a:defRPr>
            </a:lvl2pPr>
            <a:lvl3pPr marL="1143000" indent="-228600" eaLnBrk="0" hangingPunct="0">
              <a:spcBef>
                <a:spcPct val="20000"/>
              </a:spcBef>
              <a:buFont typeface="Arial" charset="0"/>
              <a:buChar char="•"/>
              <a:defRPr sz="11000">
                <a:solidFill>
                  <a:schemeClr val="tx1"/>
                </a:solidFill>
                <a:latin typeface="Calibri" charset="0"/>
              </a:defRPr>
            </a:lvl3pPr>
            <a:lvl4pPr marL="1600200" indent="-228600" eaLnBrk="0" hangingPunct="0">
              <a:spcBef>
                <a:spcPct val="20000"/>
              </a:spcBef>
              <a:buFont typeface="Arial" charset="0"/>
              <a:buChar char="–"/>
              <a:defRPr sz="9100">
                <a:solidFill>
                  <a:schemeClr val="tx1"/>
                </a:solidFill>
                <a:latin typeface="Calibri" charset="0"/>
              </a:defRPr>
            </a:lvl4pPr>
            <a:lvl5pPr marL="2057400" indent="-228600" eaLnBrk="0" hangingPunct="0">
              <a:spcBef>
                <a:spcPct val="20000"/>
              </a:spcBef>
              <a:buFont typeface="Arial" charset="0"/>
              <a:buChar char="»"/>
              <a:defRPr sz="9100">
                <a:solidFill>
                  <a:schemeClr val="tx1"/>
                </a:solidFill>
                <a:latin typeface="Calibri" charset="0"/>
              </a:defRPr>
            </a:lvl5pPr>
            <a:lvl6pPr marL="2514600" indent="-228600" eaLnBrk="0" fontAlgn="base" hangingPunct="0">
              <a:spcBef>
                <a:spcPct val="20000"/>
              </a:spcBef>
              <a:spcAft>
                <a:spcPct val="0"/>
              </a:spcAft>
              <a:buFont typeface="Arial" charset="0"/>
              <a:buChar char="»"/>
              <a:defRPr sz="9100">
                <a:solidFill>
                  <a:schemeClr val="tx1"/>
                </a:solidFill>
                <a:latin typeface="Calibri" charset="0"/>
              </a:defRPr>
            </a:lvl6pPr>
            <a:lvl7pPr marL="2971800" indent="-228600" eaLnBrk="0" fontAlgn="base" hangingPunct="0">
              <a:spcBef>
                <a:spcPct val="20000"/>
              </a:spcBef>
              <a:spcAft>
                <a:spcPct val="0"/>
              </a:spcAft>
              <a:buFont typeface="Arial" charset="0"/>
              <a:buChar char="»"/>
              <a:defRPr sz="9100">
                <a:solidFill>
                  <a:schemeClr val="tx1"/>
                </a:solidFill>
                <a:latin typeface="Calibri" charset="0"/>
              </a:defRPr>
            </a:lvl7pPr>
            <a:lvl8pPr marL="3429000" indent="-228600" eaLnBrk="0" fontAlgn="base" hangingPunct="0">
              <a:spcBef>
                <a:spcPct val="20000"/>
              </a:spcBef>
              <a:spcAft>
                <a:spcPct val="0"/>
              </a:spcAft>
              <a:buFont typeface="Arial" charset="0"/>
              <a:buChar char="»"/>
              <a:defRPr sz="9100">
                <a:solidFill>
                  <a:schemeClr val="tx1"/>
                </a:solidFill>
                <a:latin typeface="Calibri" charset="0"/>
              </a:defRPr>
            </a:lvl8pPr>
            <a:lvl9pPr marL="3886200" indent="-228600" eaLnBrk="0" fontAlgn="base" hangingPunct="0">
              <a:spcBef>
                <a:spcPct val="20000"/>
              </a:spcBef>
              <a:spcAft>
                <a:spcPct val="0"/>
              </a:spcAft>
              <a:buFont typeface="Arial" charset="0"/>
              <a:buChar char="»"/>
              <a:defRPr sz="9100">
                <a:solidFill>
                  <a:schemeClr val="tx1"/>
                </a:solidFill>
                <a:latin typeface="Calibri" charset="0"/>
              </a:defRPr>
            </a:lvl9pPr>
          </a:lstStyle>
          <a:p>
            <a:pPr eaLnBrk="1" hangingPunct="1">
              <a:spcBef>
                <a:spcPct val="0"/>
              </a:spcBef>
              <a:buFontTx/>
              <a:buNone/>
            </a:pPr>
            <a:r>
              <a:rPr lang="en-GB" altLang="en-US" sz="1773" b="1">
                <a:latin typeface="Arial" charset="0"/>
                <a:cs typeface="Arial" charset="0"/>
              </a:rPr>
              <a:t>Figure 1</a:t>
            </a:r>
            <a:r>
              <a:rPr lang="en-GB" altLang="en-US" sz="1773">
                <a:latin typeface="Arial" charset="0"/>
                <a:cs typeface="Arial" charset="0"/>
              </a:rPr>
              <a:t>: Distribution of comment codes.</a:t>
            </a:r>
          </a:p>
        </p:txBody>
      </p:sp>
      <p:sp>
        <p:nvSpPr>
          <p:cNvPr id="2072" name="Text Box 67"/>
          <p:cNvSpPr txBox="1">
            <a:spLocks noChangeArrowheads="1"/>
          </p:cNvSpPr>
          <p:nvPr/>
        </p:nvSpPr>
        <p:spPr bwMode="auto">
          <a:xfrm>
            <a:off x="12827437" y="1400600"/>
            <a:ext cx="11533731" cy="1224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370339" tIns="185170" rIns="370339" bIns="185170">
            <a:spAutoFit/>
          </a:bodyPr>
          <a:lstStyle>
            <a:lvl1pPr defTabSz="4176713" eaLnBrk="0" hangingPunct="0">
              <a:spcBef>
                <a:spcPct val="20000"/>
              </a:spcBef>
              <a:buFont typeface="Arial" charset="0"/>
              <a:buChar char="•"/>
              <a:defRPr sz="14600">
                <a:solidFill>
                  <a:schemeClr val="tx1"/>
                </a:solidFill>
                <a:latin typeface="Calibri" charset="0"/>
              </a:defRPr>
            </a:lvl1pPr>
            <a:lvl2pPr marL="2087563" indent="-1303338" defTabSz="4176713" eaLnBrk="0" hangingPunct="0">
              <a:spcBef>
                <a:spcPct val="20000"/>
              </a:spcBef>
              <a:buFont typeface="Arial" charset="0"/>
              <a:buChar char="–"/>
              <a:defRPr sz="12800">
                <a:solidFill>
                  <a:schemeClr val="tx1"/>
                </a:solidFill>
                <a:latin typeface="Calibri" charset="0"/>
              </a:defRPr>
            </a:lvl2pPr>
            <a:lvl3pPr marL="4176713" indent="-1042988" defTabSz="4176713" eaLnBrk="0" hangingPunct="0">
              <a:spcBef>
                <a:spcPct val="20000"/>
              </a:spcBef>
              <a:buFont typeface="Arial" charset="0"/>
              <a:buChar char="•"/>
              <a:defRPr sz="11000">
                <a:solidFill>
                  <a:schemeClr val="tx1"/>
                </a:solidFill>
                <a:latin typeface="Calibri" charset="0"/>
              </a:defRPr>
            </a:lvl3pPr>
            <a:lvl4pPr marL="6264275" indent="-1042988" defTabSz="4176713" eaLnBrk="0" hangingPunct="0">
              <a:spcBef>
                <a:spcPct val="20000"/>
              </a:spcBef>
              <a:buFont typeface="Arial" charset="0"/>
              <a:buChar char="–"/>
              <a:defRPr sz="9100">
                <a:solidFill>
                  <a:schemeClr val="tx1"/>
                </a:solidFill>
                <a:latin typeface="Calibri" charset="0"/>
              </a:defRPr>
            </a:lvl4pPr>
            <a:lvl5pPr marL="8353425" indent="-1042988" defTabSz="4176713" eaLnBrk="0" hangingPunct="0">
              <a:spcBef>
                <a:spcPct val="20000"/>
              </a:spcBef>
              <a:buFont typeface="Arial" charset="0"/>
              <a:buChar char="»"/>
              <a:defRPr sz="9100">
                <a:solidFill>
                  <a:schemeClr val="tx1"/>
                </a:solidFill>
                <a:latin typeface="Calibri" charset="0"/>
              </a:defRPr>
            </a:lvl5pPr>
            <a:lvl6pPr marL="8810625" indent="-1042988" defTabSz="4176713" eaLnBrk="0" fontAlgn="base" hangingPunct="0">
              <a:spcBef>
                <a:spcPct val="20000"/>
              </a:spcBef>
              <a:spcAft>
                <a:spcPct val="0"/>
              </a:spcAft>
              <a:buFont typeface="Arial" charset="0"/>
              <a:buChar char="»"/>
              <a:defRPr sz="9100">
                <a:solidFill>
                  <a:schemeClr val="tx1"/>
                </a:solidFill>
                <a:latin typeface="Calibri" charset="0"/>
              </a:defRPr>
            </a:lvl6pPr>
            <a:lvl7pPr marL="9267825" indent="-1042988" defTabSz="4176713" eaLnBrk="0" fontAlgn="base" hangingPunct="0">
              <a:spcBef>
                <a:spcPct val="20000"/>
              </a:spcBef>
              <a:spcAft>
                <a:spcPct val="0"/>
              </a:spcAft>
              <a:buFont typeface="Arial" charset="0"/>
              <a:buChar char="»"/>
              <a:defRPr sz="9100">
                <a:solidFill>
                  <a:schemeClr val="tx1"/>
                </a:solidFill>
                <a:latin typeface="Calibri" charset="0"/>
              </a:defRPr>
            </a:lvl7pPr>
            <a:lvl8pPr marL="9725025" indent="-1042988" defTabSz="4176713" eaLnBrk="0" fontAlgn="base" hangingPunct="0">
              <a:spcBef>
                <a:spcPct val="20000"/>
              </a:spcBef>
              <a:spcAft>
                <a:spcPct val="0"/>
              </a:spcAft>
              <a:buFont typeface="Arial" charset="0"/>
              <a:buChar char="»"/>
              <a:defRPr sz="9100">
                <a:solidFill>
                  <a:schemeClr val="tx1"/>
                </a:solidFill>
                <a:latin typeface="Calibri" charset="0"/>
              </a:defRPr>
            </a:lvl8pPr>
            <a:lvl9pPr marL="10182225" indent="-1042988" defTabSz="4176713" eaLnBrk="0" fontAlgn="base" hangingPunct="0">
              <a:spcBef>
                <a:spcPct val="20000"/>
              </a:spcBef>
              <a:spcAft>
                <a:spcPct val="0"/>
              </a:spcAft>
              <a:buFont typeface="Arial" charset="0"/>
              <a:buChar char="»"/>
              <a:defRPr sz="9100">
                <a:solidFill>
                  <a:schemeClr val="tx1"/>
                </a:solidFill>
                <a:latin typeface="Calibri" charset="0"/>
              </a:defRPr>
            </a:lvl9pPr>
          </a:lstStyle>
          <a:p>
            <a:pPr algn="ctr" eaLnBrk="1" hangingPunct="1">
              <a:spcBef>
                <a:spcPct val="50000"/>
              </a:spcBef>
              <a:buFontTx/>
              <a:buNone/>
            </a:pPr>
            <a:r>
              <a:rPr lang="en-US" altLang="en-US" sz="5525" b="1" dirty="0">
                <a:latin typeface="Arial" charset="0"/>
              </a:rPr>
              <a:t>Your name</a:t>
            </a:r>
          </a:p>
        </p:txBody>
      </p:sp>
      <p:sp>
        <p:nvSpPr>
          <p:cNvPr id="21" name="AutoShape 62"/>
          <p:cNvSpPr>
            <a:spLocks noChangeArrowheads="1"/>
          </p:cNvSpPr>
          <p:nvPr/>
        </p:nvSpPr>
        <p:spPr bwMode="auto">
          <a:xfrm>
            <a:off x="1274769" y="2681604"/>
            <a:ext cx="11552668" cy="10945905"/>
          </a:xfrm>
          <a:prstGeom prst="roundRect">
            <a:avLst>
              <a:gd name="adj" fmla="val 2122"/>
            </a:avLst>
          </a:prstGeom>
          <a:solidFill>
            <a:srgbClr val="FFFFFF"/>
          </a:solidFill>
          <a:ln w="9525">
            <a:solidFill>
              <a:schemeClr val="tx1"/>
            </a:solidFill>
            <a:round/>
            <a:headEnd/>
            <a:tailEnd/>
          </a:ln>
        </p:spPr>
        <p:txBody>
          <a:bodyPr lIns="144000" rIns="144000"/>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Aft>
                <a:spcPts val="1200"/>
              </a:spcAft>
            </a:pPr>
            <a:r>
              <a:rPr lang="en-GB" altLang="x-none" sz="4800" b="1" dirty="0"/>
              <a:t>Introduction</a:t>
            </a:r>
          </a:p>
          <a:p>
            <a:pPr algn="just" eaLnBrk="1" hangingPunct="1">
              <a:spcAft>
                <a:spcPts val="2400"/>
              </a:spcAft>
            </a:pPr>
            <a:r>
              <a:rPr lang="en-GB" sz="3500" dirty="0"/>
              <a:t>Posters are a common way to present research at scientific conferences. Often at a ‘poster session’, researchers will stand next to their poster and talk an audience through their results. For the Senior Honours Projects, the posters will be displayed on screens in the school. They should therefore present the work in a way such that someone can understand your project from the poster alone (with no additional explanation). You should pitch the poster at your fellow SH students, i.e., at a similar lever as the report. </a:t>
            </a:r>
          </a:p>
          <a:p>
            <a:pPr algn="just" eaLnBrk="1" hangingPunct="1">
              <a:spcAft>
                <a:spcPts val="2400"/>
              </a:spcAft>
            </a:pPr>
            <a:r>
              <a:rPr lang="en-GB" sz="3500" dirty="0"/>
              <a:t>The poster should ‘tell the story’ of your project in a visual way, so there should be a mixture of text, diagrams, plots, images, equations etc. </a:t>
            </a:r>
            <a:r>
              <a:rPr lang="en-GB" sz="3500" b="1" dirty="0"/>
              <a:t>This template definitely has too much text! </a:t>
            </a:r>
          </a:p>
          <a:p>
            <a:pPr algn="just" eaLnBrk="1" hangingPunct="1">
              <a:spcAft>
                <a:spcPts val="2400"/>
              </a:spcAft>
            </a:pPr>
            <a:r>
              <a:rPr lang="en-GB" sz="3500" dirty="0"/>
              <a:t>Though the poster might have similar sections to the report, it is obviously much shorter, so you will need to be selective about what you include.</a:t>
            </a:r>
            <a:endParaRPr lang="en-GB" altLang="x-none" sz="3500" dirty="0"/>
          </a:p>
        </p:txBody>
      </p:sp>
      <mc:AlternateContent xmlns:mc="http://schemas.openxmlformats.org/markup-compatibility/2006">
        <mc:Choice xmlns:a14="http://schemas.microsoft.com/office/drawing/2010/main" Requires="a14">
          <p:sp>
            <p:nvSpPr>
              <p:cNvPr id="22" name="AutoShape 62"/>
              <p:cNvSpPr>
                <a:spLocks noChangeArrowheads="1"/>
              </p:cNvSpPr>
              <p:nvPr/>
            </p:nvSpPr>
            <p:spPr bwMode="auto">
              <a:xfrm>
                <a:off x="13216148" y="2681605"/>
                <a:ext cx="11552668" cy="17910787"/>
              </a:xfrm>
              <a:prstGeom prst="roundRect">
                <a:avLst>
                  <a:gd name="adj" fmla="val 1837"/>
                </a:avLst>
              </a:prstGeom>
              <a:solidFill>
                <a:srgbClr val="FFFFFF"/>
              </a:solidFill>
              <a:ln w="9525">
                <a:solidFill>
                  <a:schemeClr val="tx1"/>
                </a:solidFill>
                <a:round/>
                <a:headEnd/>
                <a:tailEnd/>
              </a:ln>
            </p:spPr>
            <p:txBody>
              <a:bodyPr/>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Aft>
                    <a:spcPts val="1200"/>
                  </a:spcAft>
                </a:pPr>
                <a:r>
                  <a:rPr lang="en-GB" altLang="x-none" sz="4800" b="1" dirty="0"/>
                  <a:t>Result A: My first result</a:t>
                </a:r>
              </a:p>
              <a:p>
                <a:pPr algn="just" eaLnBrk="1" hangingPunct="1">
                  <a:spcAft>
                    <a:spcPts val="1800"/>
                  </a:spcAft>
                </a:pPr>
                <a:r>
                  <a:rPr lang="en-GB" sz="3500" dirty="0"/>
                  <a:t>The key results from your project and a discussion of what they mean. </a:t>
                </a:r>
                <a:r>
                  <a:rPr lang="en-GB" altLang="x-none" sz="3500" dirty="0"/>
                  <a:t>In this layout the results are placed centre stage. Use figures and/or graphs to show key findings.</a:t>
                </a:r>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3500" dirty="0"/>
              </a:p>
              <a:p>
                <a:pPr algn="just" eaLnBrk="1" hangingPunct="1">
                  <a:spcAft>
                    <a:spcPts val="1800"/>
                  </a:spcAft>
                </a:pPr>
                <a:endParaRPr lang="en-GB" altLang="x-none" sz="2400" dirty="0"/>
              </a:p>
              <a:p>
                <a:pPr algn="just" eaLnBrk="1" hangingPunct="1">
                  <a:spcAft>
                    <a:spcPts val="1800"/>
                  </a:spcAft>
                </a:pPr>
                <a:r>
                  <a:rPr lang="en-GB" altLang="x-none" sz="3500" dirty="0"/>
                  <a:t>Make sure all labels etc. are visible. You will likely need to re-draw plots specifically for the poster. The poster should be eye catching, but easy to read; try to avoid ‘busy’ backgrounds and colour schemes which distract from the content. </a:t>
                </a:r>
              </a:p>
              <a:p>
                <a:pPr algn="just" eaLnBrk="1" hangingPunct="1">
                  <a:spcAft>
                    <a:spcPts val="1800"/>
                  </a:spcAft>
                </a:pPr>
                <a14:m>
                  <m:oMathPara xmlns:m="http://schemas.openxmlformats.org/officeDocument/2006/math">
                    <m:oMathParaPr>
                      <m:jc m:val="centerGroup"/>
                    </m:oMathParaPr>
                    <m:oMath xmlns:m="http://schemas.openxmlformats.org/officeDocument/2006/math">
                      <m:f>
                        <m:fPr>
                          <m:ctrlPr>
                            <a:rPr lang="en-GB" altLang="x-none" sz="4400" i="1" smtClean="0">
                              <a:latin typeface="Cambria Math" panose="02040503050406030204" pitchFamily="18" charset="0"/>
                            </a:rPr>
                          </m:ctrlPr>
                        </m:fPr>
                        <m:num>
                          <m:r>
                            <a:rPr lang="en-US" altLang="x-none" sz="4400" b="0" i="1" smtClean="0">
                              <a:latin typeface="Cambria Math" panose="02040503050406030204" pitchFamily="18" charset="0"/>
                            </a:rPr>
                            <m:t>𝜕</m:t>
                          </m:r>
                          <m:r>
                            <a:rPr lang="en-US" altLang="x-none" sz="4400" b="0" i="1" smtClean="0">
                              <a:latin typeface="Cambria Math" panose="02040503050406030204" pitchFamily="18" charset="0"/>
                            </a:rPr>
                            <m:t>𝑢</m:t>
                          </m:r>
                        </m:num>
                        <m:den>
                          <m:r>
                            <a:rPr lang="en-US" altLang="x-none" sz="4400" b="0" i="1" smtClean="0">
                              <a:latin typeface="Cambria Math" panose="02040503050406030204" pitchFamily="18" charset="0"/>
                            </a:rPr>
                            <m:t>𝜕</m:t>
                          </m:r>
                          <m:r>
                            <a:rPr lang="en-US" altLang="x-none" sz="4400" b="0" i="1" smtClean="0">
                              <a:latin typeface="Cambria Math" panose="02040503050406030204" pitchFamily="18" charset="0"/>
                            </a:rPr>
                            <m:t>𝑡</m:t>
                          </m:r>
                        </m:den>
                      </m:f>
                      <m:r>
                        <a:rPr lang="en-US" altLang="x-none" sz="4400" b="0" i="1" smtClean="0">
                          <a:latin typeface="Cambria Math" panose="02040503050406030204" pitchFamily="18" charset="0"/>
                        </a:rPr>
                        <m:t>=</m:t>
                      </m:r>
                      <m:r>
                        <a:rPr lang="en-US" altLang="x-none" sz="4400" b="0" i="1" smtClean="0">
                          <a:latin typeface="Cambria Math" panose="02040503050406030204" pitchFamily="18" charset="0"/>
                        </a:rPr>
                        <m:t>𝐷</m:t>
                      </m:r>
                      <m:f>
                        <m:fPr>
                          <m:ctrlPr>
                            <a:rPr lang="en-US" altLang="x-none" sz="4400" b="0" i="1" smtClean="0">
                              <a:latin typeface="Cambria Math" panose="02040503050406030204" pitchFamily="18" charset="0"/>
                            </a:rPr>
                          </m:ctrlPr>
                        </m:fPr>
                        <m:num>
                          <m:sSup>
                            <m:sSupPr>
                              <m:ctrlPr>
                                <a:rPr lang="en-US" altLang="x-none" sz="4400" b="0" i="1" smtClean="0">
                                  <a:latin typeface="Cambria Math" panose="02040503050406030204" pitchFamily="18" charset="0"/>
                                </a:rPr>
                              </m:ctrlPr>
                            </m:sSupPr>
                            <m:e>
                              <m:r>
                                <a:rPr lang="en-US" altLang="x-none" sz="4400" b="0" i="1" smtClean="0">
                                  <a:latin typeface="Cambria Math" panose="02040503050406030204" pitchFamily="18" charset="0"/>
                                </a:rPr>
                                <m:t>𝜕</m:t>
                              </m:r>
                            </m:e>
                            <m:sup>
                              <m:r>
                                <a:rPr lang="en-US" altLang="x-none" sz="4400" b="0" i="1" smtClean="0">
                                  <a:latin typeface="Cambria Math" panose="02040503050406030204" pitchFamily="18" charset="0"/>
                                </a:rPr>
                                <m:t>2</m:t>
                              </m:r>
                            </m:sup>
                          </m:sSup>
                          <m:r>
                            <a:rPr lang="en-US" altLang="x-none" sz="4400" b="0" i="1" smtClean="0">
                              <a:latin typeface="Cambria Math" panose="02040503050406030204" pitchFamily="18" charset="0"/>
                            </a:rPr>
                            <m:t>𝑢</m:t>
                          </m:r>
                        </m:num>
                        <m:den>
                          <m:r>
                            <a:rPr lang="en-US" altLang="x-none" sz="4400" b="0" i="1" smtClean="0">
                              <a:latin typeface="Cambria Math" panose="02040503050406030204" pitchFamily="18" charset="0"/>
                            </a:rPr>
                            <m:t>𝜕</m:t>
                          </m:r>
                          <m:sSup>
                            <m:sSupPr>
                              <m:ctrlPr>
                                <a:rPr lang="en-US" altLang="x-none" sz="4400" b="0" i="1" smtClean="0">
                                  <a:latin typeface="Cambria Math" panose="02040503050406030204" pitchFamily="18" charset="0"/>
                                </a:rPr>
                              </m:ctrlPr>
                            </m:sSupPr>
                            <m:e>
                              <m:r>
                                <a:rPr lang="en-US" altLang="x-none" sz="4400" b="0" i="1" smtClean="0">
                                  <a:latin typeface="Cambria Math" panose="02040503050406030204" pitchFamily="18" charset="0"/>
                                </a:rPr>
                                <m:t>𝑥</m:t>
                              </m:r>
                            </m:e>
                            <m:sup>
                              <m:r>
                                <a:rPr lang="en-US" altLang="x-none" sz="4400" b="0" i="1" smtClean="0">
                                  <a:latin typeface="Cambria Math" panose="02040503050406030204" pitchFamily="18" charset="0"/>
                                </a:rPr>
                                <m:t>2</m:t>
                              </m:r>
                            </m:sup>
                          </m:sSup>
                        </m:den>
                      </m:f>
                      <m:r>
                        <a:rPr lang="en-US" altLang="x-none" sz="4400" b="0" i="1" smtClean="0">
                          <a:latin typeface="Cambria Math" panose="02040503050406030204" pitchFamily="18" charset="0"/>
                        </a:rPr>
                        <m:t>−</m:t>
                      </m:r>
                      <m:r>
                        <a:rPr lang="en-US" altLang="x-none" sz="4400" b="0" i="1" smtClean="0">
                          <a:latin typeface="Cambria Math" panose="02040503050406030204" pitchFamily="18" charset="0"/>
                        </a:rPr>
                        <m:t>𝑉</m:t>
                      </m:r>
                      <m:f>
                        <m:fPr>
                          <m:ctrlPr>
                            <a:rPr lang="en-US" altLang="x-none" sz="4400" b="0" i="1" smtClean="0">
                              <a:latin typeface="Cambria Math" panose="02040503050406030204" pitchFamily="18" charset="0"/>
                            </a:rPr>
                          </m:ctrlPr>
                        </m:fPr>
                        <m:num>
                          <m:r>
                            <a:rPr lang="en-US" altLang="x-none" sz="4400" b="0" i="1" smtClean="0">
                              <a:latin typeface="Cambria Math" panose="02040503050406030204" pitchFamily="18" charset="0"/>
                            </a:rPr>
                            <m:t>𝜕</m:t>
                          </m:r>
                          <m:r>
                            <a:rPr lang="en-US" altLang="x-none" sz="4400" b="0" i="1" smtClean="0">
                              <a:latin typeface="Cambria Math" panose="02040503050406030204" pitchFamily="18" charset="0"/>
                            </a:rPr>
                            <m:t>𝑢</m:t>
                          </m:r>
                        </m:num>
                        <m:den>
                          <m:r>
                            <a:rPr lang="en-US" altLang="x-none" sz="4400" b="0" i="1" smtClean="0">
                              <a:latin typeface="Cambria Math" panose="02040503050406030204" pitchFamily="18" charset="0"/>
                            </a:rPr>
                            <m:t>𝜕</m:t>
                          </m:r>
                          <m:r>
                            <a:rPr lang="en-US" altLang="x-none" sz="4400" b="0" i="1" smtClean="0">
                              <a:latin typeface="Cambria Math" panose="02040503050406030204" pitchFamily="18" charset="0"/>
                            </a:rPr>
                            <m:t>𝑥</m:t>
                          </m:r>
                        </m:den>
                      </m:f>
                    </m:oMath>
                  </m:oMathPara>
                </a14:m>
                <a:endParaRPr lang="en-GB" altLang="x-none" sz="4400" dirty="0"/>
              </a:p>
              <a:p>
                <a:pPr algn="just" eaLnBrk="1" hangingPunct="1">
                  <a:spcAft>
                    <a:spcPts val="1800"/>
                  </a:spcAft>
                </a:pPr>
                <a:endParaRPr lang="en-GB" altLang="x-none" sz="4400" dirty="0"/>
              </a:p>
              <a:p>
                <a:pPr algn="just" eaLnBrk="1" hangingPunct="1">
                  <a:spcAft>
                    <a:spcPts val="1800"/>
                  </a:spcAft>
                </a:pPr>
                <a:r>
                  <a:rPr lang="en-GB" altLang="x-none" sz="3500" dirty="0"/>
                  <a:t>Equations can be useful if they help the reader understand the results, but in most cases, they will not be needed.</a:t>
                </a:r>
              </a:p>
            </p:txBody>
          </p:sp>
        </mc:Choice>
        <mc:Fallback>
          <p:sp>
            <p:nvSpPr>
              <p:cNvPr id="22" name="AutoShape 62"/>
              <p:cNvSpPr>
                <a:spLocks noRot="1" noChangeAspect="1" noMove="1" noResize="1" noEditPoints="1" noAdjustHandles="1" noChangeArrowheads="1" noChangeShapeType="1" noTextEdit="1"/>
              </p:cNvSpPr>
              <p:nvPr/>
            </p:nvSpPr>
            <p:spPr bwMode="auto">
              <a:xfrm>
                <a:off x="13216148" y="2681605"/>
                <a:ext cx="11552668" cy="17910787"/>
              </a:xfrm>
              <a:prstGeom prst="roundRect">
                <a:avLst>
                  <a:gd name="adj" fmla="val 1837"/>
                </a:avLst>
              </a:prstGeom>
              <a:blipFill>
                <a:blip r:embed="rId3"/>
                <a:stretch>
                  <a:fillRect l="-1866" t="-425" r="-988" b="-779"/>
                </a:stretch>
              </a:blipFill>
              <a:ln w="9525">
                <a:solidFill>
                  <a:schemeClr val="tx1"/>
                </a:solidFill>
                <a:round/>
                <a:headEnd/>
                <a:tailEnd/>
              </a:ln>
            </p:spPr>
            <p:txBody>
              <a:bodyPr/>
              <a:lstStyle/>
              <a:p>
                <a:r>
                  <a:rPr lang="en-GB">
                    <a:noFill/>
                  </a:rPr>
                  <a:t> </a:t>
                </a:r>
              </a:p>
            </p:txBody>
          </p:sp>
        </mc:Fallback>
      </mc:AlternateContent>
      <p:sp>
        <p:nvSpPr>
          <p:cNvPr id="15" name="TextBox 7"/>
          <p:cNvSpPr txBox="1">
            <a:spLocks noChangeArrowheads="1"/>
          </p:cNvSpPr>
          <p:nvPr/>
        </p:nvSpPr>
        <p:spPr bwMode="auto">
          <a:xfrm>
            <a:off x="13396092" y="11618570"/>
            <a:ext cx="1135648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sz="14600">
                <a:solidFill>
                  <a:schemeClr val="tx1"/>
                </a:solidFill>
                <a:latin typeface="Calibri" charset="0"/>
              </a:defRPr>
            </a:lvl1pPr>
            <a:lvl2pPr marL="742950" indent="-285750">
              <a:spcBef>
                <a:spcPct val="20000"/>
              </a:spcBef>
              <a:buFont typeface="Arial" charset="0"/>
              <a:buChar char="–"/>
              <a:defRPr sz="12800">
                <a:solidFill>
                  <a:schemeClr val="tx1"/>
                </a:solidFill>
                <a:latin typeface="Calibri" charset="0"/>
              </a:defRPr>
            </a:lvl2pPr>
            <a:lvl3pPr marL="1143000" indent="-228600">
              <a:spcBef>
                <a:spcPct val="20000"/>
              </a:spcBef>
              <a:buFont typeface="Arial" charset="0"/>
              <a:buChar char="•"/>
              <a:defRPr sz="11000">
                <a:solidFill>
                  <a:schemeClr val="tx1"/>
                </a:solidFill>
                <a:latin typeface="Calibri" charset="0"/>
              </a:defRPr>
            </a:lvl3pPr>
            <a:lvl4pPr marL="1600200" indent="-228600">
              <a:spcBef>
                <a:spcPct val="20000"/>
              </a:spcBef>
              <a:buFont typeface="Arial" charset="0"/>
              <a:buChar char="–"/>
              <a:defRPr sz="9100">
                <a:solidFill>
                  <a:schemeClr val="tx1"/>
                </a:solidFill>
                <a:latin typeface="Calibri" charset="0"/>
              </a:defRPr>
            </a:lvl4pPr>
            <a:lvl5pPr marL="2057400" indent="-228600">
              <a:spcBef>
                <a:spcPct val="20000"/>
              </a:spcBef>
              <a:buFont typeface="Arial" charset="0"/>
              <a:buChar char="»"/>
              <a:defRPr sz="9100">
                <a:solidFill>
                  <a:schemeClr val="tx1"/>
                </a:solidFill>
                <a:latin typeface="Calibri" charset="0"/>
              </a:defRPr>
            </a:lvl5pPr>
            <a:lvl6pPr marL="2514600" indent="-228600" eaLnBrk="0" fontAlgn="base" hangingPunct="0">
              <a:spcBef>
                <a:spcPct val="20000"/>
              </a:spcBef>
              <a:spcAft>
                <a:spcPct val="0"/>
              </a:spcAft>
              <a:buFont typeface="Arial" charset="0"/>
              <a:buChar char="»"/>
              <a:defRPr sz="9100">
                <a:solidFill>
                  <a:schemeClr val="tx1"/>
                </a:solidFill>
                <a:latin typeface="Calibri" charset="0"/>
              </a:defRPr>
            </a:lvl6pPr>
            <a:lvl7pPr marL="2971800" indent="-228600" eaLnBrk="0" fontAlgn="base" hangingPunct="0">
              <a:spcBef>
                <a:spcPct val="20000"/>
              </a:spcBef>
              <a:spcAft>
                <a:spcPct val="0"/>
              </a:spcAft>
              <a:buFont typeface="Arial" charset="0"/>
              <a:buChar char="»"/>
              <a:defRPr sz="9100">
                <a:solidFill>
                  <a:schemeClr val="tx1"/>
                </a:solidFill>
                <a:latin typeface="Calibri" charset="0"/>
              </a:defRPr>
            </a:lvl7pPr>
            <a:lvl8pPr marL="3429000" indent="-228600" eaLnBrk="0" fontAlgn="base" hangingPunct="0">
              <a:spcBef>
                <a:spcPct val="20000"/>
              </a:spcBef>
              <a:spcAft>
                <a:spcPct val="0"/>
              </a:spcAft>
              <a:buFont typeface="Arial" charset="0"/>
              <a:buChar char="»"/>
              <a:defRPr sz="9100">
                <a:solidFill>
                  <a:schemeClr val="tx1"/>
                </a:solidFill>
                <a:latin typeface="Calibri" charset="0"/>
              </a:defRPr>
            </a:lvl8pPr>
            <a:lvl9pPr marL="3886200" indent="-228600" eaLnBrk="0" fontAlgn="base" hangingPunct="0">
              <a:spcBef>
                <a:spcPct val="20000"/>
              </a:spcBef>
              <a:spcAft>
                <a:spcPct val="0"/>
              </a:spcAft>
              <a:buFont typeface="Arial" charset="0"/>
              <a:buChar char="»"/>
              <a:defRPr sz="9100">
                <a:solidFill>
                  <a:schemeClr val="tx1"/>
                </a:solidFill>
                <a:latin typeface="Calibri" charset="0"/>
              </a:defRPr>
            </a:lvl9pPr>
          </a:lstStyle>
          <a:p>
            <a:pPr eaLnBrk="1" hangingPunct="1">
              <a:spcBef>
                <a:spcPct val="0"/>
              </a:spcBef>
              <a:buFontTx/>
              <a:buNone/>
            </a:pPr>
            <a:r>
              <a:rPr lang="en-GB" altLang="en-US" sz="3200" b="1" dirty="0">
                <a:solidFill>
                  <a:srgbClr val="0070C0"/>
                </a:solidFill>
                <a:latin typeface="Arial" charset="0"/>
                <a:cs typeface="Arial" charset="0"/>
              </a:rPr>
              <a:t>Fig. 1</a:t>
            </a:r>
            <a:r>
              <a:rPr lang="en-GB" altLang="en-US" sz="3200" dirty="0">
                <a:solidFill>
                  <a:srgbClr val="0070C0"/>
                </a:solidFill>
                <a:latin typeface="Arial" charset="0"/>
                <a:cs typeface="Arial" charset="0"/>
              </a:rPr>
              <a:t>: Figures should have brief captions. Left: Histograms show example distributions of lengths. Right: Length as a function of force. Points show mean with error, line is a fit.</a:t>
            </a:r>
          </a:p>
        </p:txBody>
      </p:sp>
      <p:sp>
        <p:nvSpPr>
          <p:cNvPr id="16" name="Text Box 67"/>
          <p:cNvSpPr txBox="1">
            <a:spLocks noChangeArrowheads="1"/>
          </p:cNvSpPr>
          <p:nvPr/>
        </p:nvSpPr>
        <p:spPr bwMode="auto">
          <a:xfrm>
            <a:off x="25132607" y="1368790"/>
            <a:ext cx="11577587" cy="1112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370339" tIns="185170" rIns="370339" bIns="185170">
            <a:spAutoFit/>
          </a:bodyPr>
          <a:lstStyle>
            <a:lvl1pPr defTabSz="4176713" eaLnBrk="0" hangingPunct="0">
              <a:spcBef>
                <a:spcPct val="20000"/>
              </a:spcBef>
              <a:buFont typeface="Arial" charset="0"/>
              <a:buChar char="•"/>
              <a:defRPr sz="14600">
                <a:solidFill>
                  <a:schemeClr val="tx1"/>
                </a:solidFill>
                <a:latin typeface="Calibri" charset="0"/>
              </a:defRPr>
            </a:lvl1pPr>
            <a:lvl2pPr marL="2087563" indent="-1303338" defTabSz="4176713" eaLnBrk="0" hangingPunct="0">
              <a:spcBef>
                <a:spcPct val="20000"/>
              </a:spcBef>
              <a:buFont typeface="Arial" charset="0"/>
              <a:buChar char="–"/>
              <a:defRPr sz="12800">
                <a:solidFill>
                  <a:schemeClr val="tx1"/>
                </a:solidFill>
                <a:latin typeface="Calibri" charset="0"/>
              </a:defRPr>
            </a:lvl2pPr>
            <a:lvl3pPr marL="4176713" indent="-1042988" defTabSz="4176713" eaLnBrk="0" hangingPunct="0">
              <a:spcBef>
                <a:spcPct val="20000"/>
              </a:spcBef>
              <a:buFont typeface="Arial" charset="0"/>
              <a:buChar char="•"/>
              <a:defRPr sz="11000">
                <a:solidFill>
                  <a:schemeClr val="tx1"/>
                </a:solidFill>
                <a:latin typeface="Calibri" charset="0"/>
              </a:defRPr>
            </a:lvl3pPr>
            <a:lvl4pPr marL="6264275" indent="-1042988" defTabSz="4176713" eaLnBrk="0" hangingPunct="0">
              <a:spcBef>
                <a:spcPct val="20000"/>
              </a:spcBef>
              <a:buFont typeface="Arial" charset="0"/>
              <a:buChar char="–"/>
              <a:defRPr sz="9100">
                <a:solidFill>
                  <a:schemeClr val="tx1"/>
                </a:solidFill>
                <a:latin typeface="Calibri" charset="0"/>
              </a:defRPr>
            </a:lvl4pPr>
            <a:lvl5pPr marL="8353425" indent="-1042988" defTabSz="4176713" eaLnBrk="0" hangingPunct="0">
              <a:spcBef>
                <a:spcPct val="20000"/>
              </a:spcBef>
              <a:buFont typeface="Arial" charset="0"/>
              <a:buChar char="»"/>
              <a:defRPr sz="9100">
                <a:solidFill>
                  <a:schemeClr val="tx1"/>
                </a:solidFill>
                <a:latin typeface="Calibri" charset="0"/>
              </a:defRPr>
            </a:lvl5pPr>
            <a:lvl6pPr marL="8810625" indent="-1042988" defTabSz="4176713" eaLnBrk="0" fontAlgn="base" hangingPunct="0">
              <a:spcBef>
                <a:spcPct val="20000"/>
              </a:spcBef>
              <a:spcAft>
                <a:spcPct val="0"/>
              </a:spcAft>
              <a:buFont typeface="Arial" charset="0"/>
              <a:buChar char="»"/>
              <a:defRPr sz="9100">
                <a:solidFill>
                  <a:schemeClr val="tx1"/>
                </a:solidFill>
                <a:latin typeface="Calibri" charset="0"/>
              </a:defRPr>
            </a:lvl6pPr>
            <a:lvl7pPr marL="9267825" indent="-1042988" defTabSz="4176713" eaLnBrk="0" fontAlgn="base" hangingPunct="0">
              <a:spcBef>
                <a:spcPct val="20000"/>
              </a:spcBef>
              <a:spcAft>
                <a:spcPct val="0"/>
              </a:spcAft>
              <a:buFont typeface="Arial" charset="0"/>
              <a:buChar char="»"/>
              <a:defRPr sz="9100">
                <a:solidFill>
                  <a:schemeClr val="tx1"/>
                </a:solidFill>
                <a:latin typeface="Calibri" charset="0"/>
              </a:defRPr>
            </a:lvl7pPr>
            <a:lvl8pPr marL="9725025" indent="-1042988" defTabSz="4176713" eaLnBrk="0" fontAlgn="base" hangingPunct="0">
              <a:spcBef>
                <a:spcPct val="20000"/>
              </a:spcBef>
              <a:spcAft>
                <a:spcPct val="0"/>
              </a:spcAft>
              <a:buFont typeface="Arial" charset="0"/>
              <a:buChar char="»"/>
              <a:defRPr sz="9100">
                <a:solidFill>
                  <a:schemeClr val="tx1"/>
                </a:solidFill>
                <a:latin typeface="Calibri" charset="0"/>
              </a:defRPr>
            </a:lvl8pPr>
            <a:lvl9pPr marL="10182225" indent="-1042988" defTabSz="4176713" eaLnBrk="0" fontAlgn="base" hangingPunct="0">
              <a:spcBef>
                <a:spcPct val="20000"/>
              </a:spcBef>
              <a:spcAft>
                <a:spcPct val="0"/>
              </a:spcAft>
              <a:buFont typeface="Arial" charset="0"/>
              <a:buChar char="»"/>
              <a:defRPr sz="9100">
                <a:solidFill>
                  <a:schemeClr val="tx1"/>
                </a:solidFill>
                <a:latin typeface="Calibri" charset="0"/>
              </a:defRPr>
            </a:lvl9pPr>
          </a:lstStyle>
          <a:p>
            <a:pPr algn="r" eaLnBrk="1" hangingPunct="1">
              <a:spcBef>
                <a:spcPct val="50000"/>
              </a:spcBef>
              <a:buFontTx/>
              <a:buNone/>
            </a:pPr>
            <a:r>
              <a:rPr lang="en-US" altLang="en-US" sz="4800" b="1" dirty="0">
                <a:latin typeface="Arial" charset="0"/>
              </a:rPr>
              <a:t>Supervisor: Prof XXX YYY </a:t>
            </a:r>
          </a:p>
        </p:txBody>
      </p:sp>
      <p:sp>
        <p:nvSpPr>
          <p:cNvPr id="2" name="Footer Placeholder 1"/>
          <p:cNvSpPr>
            <a:spLocks noGrp="1"/>
          </p:cNvSpPr>
          <p:nvPr>
            <p:ph type="ftr" sz="quarter" idx="11"/>
          </p:nvPr>
        </p:nvSpPr>
        <p:spPr>
          <a:xfrm>
            <a:off x="25031644" y="20578074"/>
            <a:ext cx="11709449" cy="862013"/>
          </a:xfrm>
        </p:spPr>
        <p:txBody>
          <a:bodyPr lIns="0" rIns="0"/>
          <a:lstStyle/>
          <a:p>
            <a:pPr algn="r">
              <a:defRPr/>
            </a:pPr>
            <a:r>
              <a:rPr lang="en-GB" dirty="0"/>
              <a:t>School of Physics &amp; Astronomy Senior Honours Project 2022/23</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4769" y="292639"/>
            <a:ext cx="8570271" cy="2033154"/>
          </a:xfrm>
          <a:prstGeom prst="rect">
            <a:avLst/>
          </a:prstGeom>
        </p:spPr>
      </p:pic>
      <p:sp>
        <p:nvSpPr>
          <p:cNvPr id="19" name="AutoShape 62">
            <a:extLst>
              <a:ext uri="{FF2B5EF4-FFF2-40B4-BE49-F238E27FC236}">
                <a16:creationId xmlns:a16="http://schemas.microsoft.com/office/drawing/2014/main" id="{1D5BD44A-DA22-7D4F-AFCC-1D7AE5843FCC}"/>
              </a:ext>
            </a:extLst>
          </p:cNvPr>
          <p:cNvSpPr>
            <a:spLocks noChangeArrowheads="1"/>
          </p:cNvSpPr>
          <p:nvPr/>
        </p:nvSpPr>
        <p:spPr bwMode="auto">
          <a:xfrm>
            <a:off x="1299002" y="13981471"/>
            <a:ext cx="11552668" cy="6610921"/>
          </a:xfrm>
          <a:prstGeom prst="roundRect">
            <a:avLst>
              <a:gd name="adj" fmla="val 3459"/>
            </a:avLst>
          </a:prstGeom>
          <a:solidFill>
            <a:srgbClr val="FFFFFF"/>
          </a:solidFill>
          <a:ln w="9525">
            <a:solidFill>
              <a:schemeClr val="tx1"/>
            </a:solidFill>
            <a:round/>
            <a:headEnd/>
            <a:tailEnd/>
          </a:ln>
        </p:spPr>
        <p:txBody>
          <a:bodyPr lIns="144000" rIns="144000"/>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Aft>
                <a:spcPts val="1200"/>
              </a:spcAft>
            </a:pPr>
            <a:r>
              <a:rPr lang="en-GB" altLang="x-none" sz="4800" b="1" dirty="0"/>
              <a:t>Methods</a:t>
            </a:r>
          </a:p>
          <a:p>
            <a:pPr algn="just" eaLnBrk="1" hangingPunct="1">
              <a:spcAft>
                <a:spcPts val="300"/>
              </a:spcAft>
            </a:pPr>
            <a:r>
              <a:rPr lang="en-GB" altLang="x-none" sz="3500" dirty="0"/>
              <a:t>A summary </a:t>
            </a:r>
            <a:r>
              <a:rPr lang="en-GB" sz="3500" dirty="0"/>
              <a:t>of the methods you used. You do not need to give all the fine details, just enough for the reader to understand. Figures/diagrams etc. can be useful.</a:t>
            </a:r>
            <a:endParaRPr lang="en-GB" altLang="x-none" sz="3500" dirty="0"/>
          </a:p>
          <a:p>
            <a:pPr marL="571500" indent="-571500" algn="just" eaLnBrk="1" hangingPunct="1">
              <a:spcAft>
                <a:spcPts val="0"/>
              </a:spcAft>
              <a:buFont typeface="Arial" panose="020B0604020202020204" pitchFamily="34" charset="0"/>
              <a:buChar char="•"/>
            </a:pPr>
            <a:r>
              <a:rPr lang="en-GB" altLang="x-none" sz="3500" dirty="0"/>
              <a:t>Bullet points can help get messages across in fewer words</a:t>
            </a:r>
          </a:p>
          <a:p>
            <a:pPr marL="571500" indent="-571500" algn="just" eaLnBrk="1" hangingPunct="1">
              <a:spcAft>
                <a:spcPts val="300"/>
              </a:spcAft>
              <a:buFont typeface="Arial" panose="020B0604020202020204" pitchFamily="34" charset="0"/>
              <a:buChar char="•"/>
            </a:pPr>
            <a:r>
              <a:rPr lang="en-GB" altLang="x-none" sz="3500" dirty="0"/>
              <a:t>Methods may not be of interest to everyone, so in this layout this section is tucked away at the bottom left, although the poster still follows a logical flow. </a:t>
            </a:r>
          </a:p>
          <a:p>
            <a:pPr algn="just" eaLnBrk="1" hangingPunct="1">
              <a:spcAft>
                <a:spcPts val="2400"/>
              </a:spcAft>
            </a:pPr>
            <a:r>
              <a:rPr lang="en-GB" altLang="x-none" sz="3500" dirty="0"/>
              <a:t>It should be clear to the reader in which order the should look at the panels/sections.</a:t>
            </a:r>
          </a:p>
          <a:p>
            <a:pPr algn="just" eaLnBrk="1" hangingPunct="1">
              <a:spcAft>
                <a:spcPts val="2400"/>
              </a:spcAft>
            </a:pPr>
            <a:endParaRPr lang="en-GB" altLang="x-none" sz="3600" baseline="30000" dirty="0"/>
          </a:p>
          <a:p>
            <a:pPr algn="just" eaLnBrk="1" hangingPunct="1"/>
            <a:endParaRPr lang="en-GB" altLang="x-none" sz="4018" dirty="0"/>
          </a:p>
        </p:txBody>
      </p:sp>
      <p:sp>
        <p:nvSpPr>
          <p:cNvPr id="20" name="AutoShape 62">
            <a:extLst>
              <a:ext uri="{FF2B5EF4-FFF2-40B4-BE49-F238E27FC236}">
                <a16:creationId xmlns:a16="http://schemas.microsoft.com/office/drawing/2014/main" id="{C60C9131-E603-4542-915B-B40426E844C6}"/>
              </a:ext>
            </a:extLst>
          </p:cNvPr>
          <p:cNvSpPr>
            <a:spLocks noChangeArrowheads="1"/>
          </p:cNvSpPr>
          <p:nvPr/>
        </p:nvSpPr>
        <p:spPr bwMode="auto">
          <a:xfrm>
            <a:off x="25129617" y="11430438"/>
            <a:ext cx="11608486" cy="5110414"/>
          </a:xfrm>
          <a:prstGeom prst="roundRect">
            <a:avLst>
              <a:gd name="adj" fmla="val 2122"/>
            </a:avLst>
          </a:prstGeom>
          <a:solidFill>
            <a:srgbClr val="FFFFFF"/>
          </a:solidFill>
          <a:ln w="9525">
            <a:solidFill>
              <a:schemeClr val="tx1"/>
            </a:solidFill>
            <a:round/>
            <a:headEnd/>
            <a:tailEnd/>
          </a:ln>
        </p:spPr>
        <p:txBody>
          <a:bodyPr lIns="144000" rIns="144000"/>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Aft>
                <a:spcPts val="1200"/>
              </a:spcAft>
            </a:pPr>
            <a:r>
              <a:rPr lang="en-GB" altLang="x-none" sz="4800" b="1" dirty="0">
                <a:latin typeface="Arial" panose="020B0604020202020204" pitchFamily="34" charset="0"/>
                <a:cs typeface="Arial" panose="020B0604020202020204" pitchFamily="34" charset="0"/>
              </a:rPr>
              <a:t>Conclusions</a:t>
            </a:r>
          </a:p>
          <a:p>
            <a:pPr algn="just" eaLnBrk="1" hangingPunct="1">
              <a:spcAft>
                <a:spcPts val="1200"/>
              </a:spcAft>
            </a:pPr>
            <a:r>
              <a:rPr lang="en-GB" altLang="x-none" sz="3500" dirty="0">
                <a:latin typeface="Arial" panose="020B0604020202020204" pitchFamily="34" charset="0"/>
                <a:cs typeface="Arial" panose="020B0604020202020204" pitchFamily="34" charset="0"/>
              </a:rPr>
              <a:t>Discussion, conclusions and suggestions for future work. Use references where appropriate</a:t>
            </a:r>
            <a:r>
              <a:rPr lang="en-GB" altLang="x-none" sz="3500" b="1" baseline="30000" dirty="0">
                <a:latin typeface="Arial" panose="020B0604020202020204" pitchFamily="34" charset="0"/>
                <a:cs typeface="Arial" panose="020B0604020202020204" pitchFamily="34" charset="0"/>
              </a:rPr>
              <a:t>1</a:t>
            </a:r>
            <a:r>
              <a:rPr lang="en-GB" altLang="x-none" sz="3500" dirty="0">
                <a:latin typeface="Arial" panose="020B0604020202020204" pitchFamily="34" charset="0"/>
                <a:cs typeface="Arial" panose="020B0604020202020204" pitchFamily="34" charset="0"/>
              </a:rPr>
              <a:t>.</a:t>
            </a:r>
          </a:p>
          <a:p>
            <a:pPr algn="just" eaLnBrk="1" hangingPunct="1">
              <a:spcAft>
                <a:spcPts val="1200"/>
              </a:spcAft>
            </a:pPr>
            <a:r>
              <a:rPr lang="en-GB" altLang="x-none" sz="3500" dirty="0">
                <a:latin typeface="Arial" panose="020B0604020202020204" pitchFamily="34" charset="0"/>
                <a:cs typeface="Arial" panose="020B0604020202020204" pitchFamily="34" charset="0"/>
              </a:rPr>
              <a:t>The main points your poster should get across are the project motivation and aim (what you set out to do, and why its interesting/important), a key result (take home message), and the broader implications of that finding. You will need to be selective on what (not) to include.</a:t>
            </a:r>
          </a:p>
        </p:txBody>
      </p:sp>
      <p:sp>
        <p:nvSpPr>
          <p:cNvPr id="26" name="AutoShape 62">
            <a:extLst>
              <a:ext uri="{FF2B5EF4-FFF2-40B4-BE49-F238E27FC236}">
                <a16:creationId xmlns:a16="http://schemas.microsoft.com/office/drawing/2014/main" id="{559B0768-A66D-0847-92C4-8A83CBB593E1}"/>
              </a:ext>
            </a:extLst>
          </p:cNvPr>
          <p:cNvSpPr>
            <a:spLocks noChangeArrowheads="1"/>
          </p:cNvSpPr>
          <p:nvPr/>
        </p:nvSpPr>
        <p:spPr bwMode="auto">
          <a:xfrm>
            <a:off x="25129617" y="16824960"/>
            <a:ext cx="11608486" cy="1878782"/>
          </a:xfrm>
          <a:prstGeom prst="roundRect">
            <a:avLst>
              <a:gd name="adj" fmla="val 4189"/>
            </a:avLst>
          </a:prstGeom>
          <a:solidFill>
            <a:srgbClr val="FFFFFF"/>
          </a:solidFill>
          <a:ln w="9525">
            <a:solidFill>
              <a:schemeClr val="tx1"/>
            </a:solidFill>
            <a:round/>
            <a:headEnd/>
            <a:tailEnd/>
          </a:ln>
        </p:spPr>
        <p:txBody>
          <a:bodyPr lIns="144000" rIns="144000"/>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Aft>
                <a:spcPts val="1200"/>
              </a:spcAft>
            </a:pPr>
            <a:r>
              <a:rPr lang="en-GB" altLang="x-none" sz="4000" b="1" dirty="0"/>
              <a:t>References</a:t>
            </a:r>
            <a:endParaRPr lang="en-GB" altLang="x-none" sz="4800" b="1" dirty="0"/>
          </a:p>
          <a:p>
            <a:pPr eaLnBrk="1" hangingPunct="1">
              <a:spcAft>
                <a:spcPts val="1200"/>
              </a:spcAft>
            </a:pPr>
            <a:r>
              <a:rPr lang="en-GB" sz="2800" b="1" baseline="30000" dirty="0">
                <a:ea typeface="MS PGothic" pitchFamily="34" charset="-128"/>
                <a:cs typeface="Arial" panose="020B0604020202020204" pitchFamily="34" charset="0"/>
              </a:rPr>
              <a:t>1</a:t>
            </a:r>
            <a:r>
              <a:rPr lang="en-GB" sz="2800" dirty="0">
                <a:ea typeface="MS PGothic" pitchFamily="34" charset="-128"/>
                <a:cs typeface="Arial" panose="020B0604020202020204" pitchFamily="34" charset="0"/>
              </a:rPr>
              <a:t> </a:t>
            </a:r>
            <a:r>
              <a:rPr lang="en-GB" altLang="x-none" sz="2800" dirty="0"/>
              <a:t>Pollitt, A. (2012). The method of Adaptive Comparative Judgement. </a:t>
            </a:r>
            <a:r>
              <a:rPr lang="en-GB" altLang="x-none" sz="2800" i="1" dirty="0"/>
              <a:t>Assessment in Education: Principles, Policy &amp; Practice, </a:t>
            </a:r>
            <a:r>
              <a:rPr lang="en-GB" altLang="x-none" sz="2800" b="1" i="1" dirty="0"/>
              <a:t>19</a:t>
            </a:r>
            <a:r>
              <a:rPr lang="en-GB" altLang="x-none" sz="2800" b="1" dirty="0"/>
              <a:t>(3), </a:t>
            </a:r>
            <a:r>
              <a:rPr lang="en-GB" altLang="x-none" sz="2800" dirty="0"/>
              <a:t>281–300</a:t>
            </a:r>
          </a:p>
        </p:txBody>
      </p:sp>
      <p:sp>
        <p:nvSpPr>
          <p:cNvPr id="27" name="AutoShape 62">
            <a:extLst>
              <a:ext uri="{FF2B5EF4-FFF2-40B4-BE49-F238E27FC236}">
                <a16:creationId xmlns:a16="http://schemas.microsoft.com/office/drawing/2014/main" id="{90A800CE-77D1-184C-9DA6-89960DB879A3}"/>
              </a:ext>
            </a:extLst>
          </p:cNvPr>
          <p:cNvSpPr>
            <a:spLocks noChangeArrowheads="1"/>
          </p:cNvSpPr>
          <p:nvPr/>
        </p:nvSpPr>
        <p:spPr bwMode="auto">
          <a:xfrm>
            <a:off x="25129617" y="18945867"/>
            <a:ext cx="11608486" cy="1570682"/>
          </a:xfrm>
          <a:prstGeom prst="roundRect">
            <a:avLst>
              <a:gd name="adj" fmla="val 5753"/>
            </a:avLst>
          </a:prstGeom>
          <a:solidFill>
            <a:srgbClr val="FFFFFF"/>
          </a:solidFill>
          <a:ln w="9525">
            <a:solidFill>
              <a:schemeClr val="tx1"/>
            </a:solidFill>
            <a:round/>
            <a:headEnd/>
            <a:tailEnd/>
          </a:ln>
        </p:spPr>
        <p:txBody>
          <a:bodyPr lIns="144000" rIns="144000"/>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Bef>
                <a:spcPts val="0"/>
              </a:spcBef>
              <a:spcAft>
                <a:spcPts val="1200"/>
              </a:spcAft>
            </a:pPr>
            <a:r>
              <a:rPr lang="en-GB" altLang="x-none" sz="4000" b="1" dirty="0"/>
              <a:t>Acknowledgements</a:t>
            </a:r>
            <a:endParaRPr lang="en-GB" altLang="x-none" sz="4800" b="1" dirty="0"/>
          </a:p>
          <a:p>
            <a:pPr>
              <a:spcBef>
                <a:spcPts val="0"/>
              </a:spcBef>
              <a:spcAft>
                <a:spcPts val="1200"/>
              </a:spcAft>
              <a:defRPr/>
            </a:pPr>
            <a:r>
              <a:rPr lang="en-GB" sz="2800" dirty="0">
                <a:ea typeface="MS PGothic" pitchFamily="34" charset="-128"/>
                <a:cs typeface="Arial" panose="020B0604020202020204" pitchFamily="34" charset="0"/>
              </a:rPr>
              <a:t>Thanks to</a:t>
            </a:r>
            <a:r>
              <a:rPr lang="mr-IN" sz="2800" dirty="0">
                <a:ea typeface="MS PGothic" pitchFamily="34" charset="-128"/>
                <a:cs typeface="Arial" panose="020B0604020202020204" pitchFamily="34" charset="0"/>
              </a:rPr>
              <a:t>…</a:t>
            </a:r>
            <a:endParaRPr lang="en-US" sz="2800" dirty="0">
              <a:ea typeface="ＭＳ Ｐゴシック" pitchFamily="-111" charset="-128"/>
              <a:cs typeface="Arial" panose="020B0604020202020204" pitchFamily="34" charset="0"/>
            </a:endParaRPr>
          </a:p>
        </p:txBody>
      </p:sp>
      <p:sp>
        <p:nvSpPr>
          <p:cNvPr id="23" name="AutoShape 62">
            <a:extLst>
              <a:ext uri="{FF2B5EF4-FFF2-40B4-BE49-F238E27FC236}">
                <a16:creationId xmlns:a16="http://schemas.microsoft.com/office/drawing/2014/main" id="{039F3E5C-EBA6-22EB-6EB3-E47546145CDC}"/>
              </a:ext>
            </a:extLst>
          </p:cNvPr>
          <p:cNvSpPr>
            <a:spLocks noChangeArrowheads="1"/>
          </p:cNvSpPr>
          <p:nvPr/>
        </p:nvSpPr>
        <p:spPr bwMode="auto">
          <a:xfrm>
            <a:off x="25157527" y="2679882"/>
            <a:ext cx="11608486" cy="8508431"/>
          </a:xfrm>
          <a:prstGeom prst="roundRect">
            <a:avLst>
              <a:gd name="adj" fmla="val 2122"/>
            </a:avLst>
          </a:prstGeom>
          <a:solidFill>
            <a:srgbClr val="FFFFFF"/>
          </a:solidFill>
          <a:ln w="9525">
            <a:solidFill>
              <a:schemeClr val="tx1"/>
            </a:solidFill>
            <a:round/>
            <a:headEnd/>
            <a:tailEnd/>
          </a:ln>
        </p:spPr>
        <p:txBody>
          <a:bodyPr lIns="144000" rIns="144000"/>
          <a:lstStyle>
            <a:lvl1pPr eaLnBrk="0" hangingPunct="0">
              <a:defRPr sz="7800">
                <a:solidFill>
                  <a:schemeClr val="tx1"/>
                </a:solidFill>
                <a:latin typeface="Arial" charset="0"/>
                <a:ea typeface="ＭＳ Ｐゴシック" charset="-128"/>
              </a:defRPr>
            </a:lvl1pPr>
            <a:lvl2pPr marL="742950" indent="-285750" eaLnBrk="0" hangingPunct="0">
              <a:defRPr sz="7800">
                <a:solidFill>
                  <a:schemeClr val="tx1"/>
                </a:solidFill>
                <a:latin typeface="Arial" charset="0"/>
                <a:ea typeface="ＭＳ Ｐゴシック" charset="-128"/>
              </a:defRPr>
            </a:lvl2pPr>
            <a:lvl3pPr marL="1143000" indent="-228600" eaLnBrk="0" hangingPunct="0">
              <a:defRPr sz="7800">
                <a:solidFill>
                  <a:schemeClr val="tx1"/>
                </a:solidFill>
                <a:latin typeface="Arial" charset="0"/>
                <a:ea typeface="ＭＳ Ｐゴシック" charset="-128"/>
              </a:defRPr>
            </a:lvl3pPr>
            <a:lvl4pPr marL="1600200" indent="-228600" eaLnBrk="0" hangingPunct="0">
              <a:defRPr sz="7800">
                <a:solidFill>
                  <a:schemeClr val="tx1"/>
                </a:solidFill>
                <a:latin typeface="Arial" charset="0"/>
                <a:ea typeface="ＭＳ Ｐゴシック" charset="-128"/>
              </a:defRPr>
            </a:lvl4pPr>
            <a:lvl5pPr marL="2057400" indent="-228600" eaLnBrk="0" hangingPunct="0">
              <a:defRPr sz="78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78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78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78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7800">
                <a:solidFill>
                  <a:schemeClr val="tx1"/>
                </a:solidFill>
                <a:latin typeface="Arial" charset="0"/>
                <a:ea typeface="ＭＳ Ｐゴシック" charset="-128"/>
              </a:defRPr>
            </a:lvl9pPr>
          </a:lstStyle>
          <a:p>
            <a:pPr algn="just" eaLnBrk="1" hangingPunct="1">
              <a:spcAft>
                <a:spcPts val="1200"/>
              </a:spcAft>
            </a:pPr>
            <a:r>
              <a:rPr lang="en-GB" altLang="x-none" sz="4800" b="1" dirty="0">
                <a:latin typeface="Arial" panose="020B0604020202020204" pitchFamily="34" charset="0"/>
                <a:cs typeface="Arial" panose="020B0604020202020204" pitchFamily="34" charset="0"/>
              </a:rPr>
              <a:t>Result B: My second result</a:t>
            </a:r>
          </a:p>
          <a:p>
            <a:pPr algn="just" eaLnBrk="1" hangingPunct="1">
              <a:spcAft>
                <a:spcPts val="1800"/>
              </a:spcAft>
            </a:pPr>
            <a:r>
              <a:rPr lang="en-GB" altLang="x-none" sz="3500" dirty="0">
                <a:latin typeface="Arial" panose="020B0604020202020204" pitchFamily="34" charset="0"/>
                <a:cs typeface="Arial" panose="020B0604020202020204" pitchFamily="34" charset="0"/>
              </a:rPr>
              <a:t>This poster layout is functional, but plain. A more eye-catching design will help your poster stand out.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275F8F3-7C84-E819-6333-A706BD889CCE}"/>
                  </a:ext>
                </a:extLst>
              </p:cNvPr>
              <p:cNvSpPr txBox="1"/>
              <p:nvPr/>
            </p:nvSpPr>
            <p:spPr>
              <a:xfrm>
                <a:off x="13778085" y="16950863"/>
                <a:ext cx="1825654" cy="1615827"/>
              </a:xfrm>
              <a:prstGeom prst="rect">
                <a:avLst/>
              </a:prstGeom>
              <a:noFill/>
            </p:spPr>
            <p:txBody>
              <a:bodyPr wrap="square" rtlCol="0">
                <a:spAutoFit/>
              </a:bodyPr>
              <a:lstStyle/>
              <a:p>
                <a:r>
                  <a:rPr lang="en-GB" sz="3300" dirty="0">
                    <a:solidFill>
                      <a:srgbClr val="0070C0"/>
                    </a:solidFill>
                  </a:rPr>
                  <a:t>Rate of change of </a:t>
                </a:r>
                <a14:m>
                  <m:oMath xmlns:m="http://schemas.openxmlformats.org/officeDocument/2006/math">
                    <m:r>
                      <a:rPr lang="en-GB" sz="3300" i="1" dirty="0" smtClean="0">
                        <a:solidFill>
                          <a:srgbClr val="0070C0"/>
                        </a:solidFill>
                        <a:latin typeface="Cambria Math" panose="02040503050406030204" pitchFamily="18" charset="0"/>
                      </a:rPr>
                      <m:t>𝑢</m:t>
                    </m:r>
                  </m:oMath>
                </a14:m>
                <a:endParaRPr lang="en-GB" sz="3300" dirty="0">
                  <a:solidFill>
                    <a:srgbClr val="0070C0"/>
                  </a:solidFill>
                </a:endParaRPr>
              </a:p>
            </p:txBody>
          </p:sp>
        </mc:Choice>
        <mc:Fallback>
          <p:sp>
            <p:nvSpPr>
              <p:cNvPr id="6" name="TextBox 5">
                <a:extLst>
                  <a:ext uri="{FF2B5EF4-FFF2-40B4-BE49-F238E27FC236}">
                    <a16:creationId xmlns:a16="http://schemas.microsoft.com/office/drawing/2014/main" id="{B275F8F3-7C84-E819-6333-A706BD889CCE}"/>
                  </a:ext>
                </a:extLst>
              </p:cNvPr>
              <p:cNvSpPr txBox="1">
                <a:spLocks noRot="1" noChangeAspect="1" noMove="1" noResize="1" noEditPoints="1" noAdjustHandles="1" noChangeArrowheads="1" noChangeShapeType="1" noTextEdit="1"/>
              </p:cNvSpPr>
              <p:nvPr/>
            </p:nvSpPr>
            <p:spPr>
              <a:xfrm>
                <a:off x="13778085" y="16950863"/>
                <a:ext cx="1825654" cy="1615827"/>
              </a:xfrm>
              <a:prstGeom prst="rect">
                <a:avLst/>
              </a:prstGeom>
              <a:blipFill>
                <a:blip r:embed="rId5"/>
                <a:stretch>
                  <a:fillRect l="-8966" t="-4651" r="-690" b="-11628"/>
                </a:stretch>
              </a:blipFill>
            </p:spPr>
            <p:txBody>
              <a:bodyPr/>
              <a:lstStyle/>
              <a:p>
                <a:r>
                  <a:rPr lang="en-GB">
                    <a:noFill/>
                  </a:rPr>
                  <a:t> </a:t>
                </a:r>
              </a:p>
            </p:txBody>
          </p:sp>
        </mc:Fallback>
      </mc:AlternateContent>
      <p:sp>
        <p:nvSpPr>
          <p:cNvPr id="28" name="TextBox 27">
            <a:extLst>
              <a:ext uri="{FF2B5EF4-FFF2-40B4-BE49-F238E27FC236}">
                <a16:creationId xmlns:a16="http://schemas.microsoft.com/office/drawing/2014/main" id="{362FF2A2-A06E-5289-EE2C-6D2328E399D5}"/>
              </a:ext>
            </a:extLst>
          </p:cNvPr>
          <p:cNvSpPr txBox="1"/>
          <p:nvPr/>
        </p:nvSpPr>
        <p:spPr>
          <a:xfrm>
            <a:off x="17945254" y="18212065"/>
            <a:ext cx="1825653" cy="600164"/>
          </a:xfrm>
          <a:prstGeom prst="rect">
            <a:avLst/>
          </a:prstGeom>
          <a:noFill/>
        </p:spPr>
        <p:txBody>
          <a:bodyPr wrap="square" rtlCol="0">
            <a:spAutoFit/>
          </a:bodyPr>
          <a:lstStyle/>
          <a:p>
            <a:r>
              <a:rPr lang="en-GB" sz="3300" dirty="0">
                <a:solidFill>
                  <a:schemeClr val="accent6">
                    <a:lumMod val="75000"/>
                  </a:schemeClr>
                </a:solidFill>
              </a:rPr>
              <a:t>diffusion</a:t>
            </a:r>
          </a:p>
        </p:txBody>
      </p:sp>
      <p:sp>
        <p:nvSpPr>
          <p:cNvPr id="29" name="TextBox 28">
            <a:extLst>
              <a:ext uri="{FF2B5EF4-FFF2-40B4-BE49-F238E27FC236}">
                <a16:creationId xmlns:a16="http://schemas.microsoft.com/office/drawing/2014/main" id="{4E3ACDA4-61D7-4FEA-DF44-DD9B878AF478}"/>
              </a:ext>
            </a:extLst>
          </p:cNvPr>
          <p:cNvSpPr txBox="1"/>
          <p:nvPr/>
        </p:nvSpPr>
        <p:spPr>
          <a:xfrm>
            <a:off x="21197509" y="18103953"/>
            <a:ext cx="905043" cy="600164"/>
          </a:xfrm>
          <a:prstGeom prst="rect">
            <a:avLst/>
          </a:prstGeom>
          <a:noFill/>
        </p:spPr>
        <p:txBody>
          <a:bodyPr wrap="square" rtlCol="0">
            <a:spAutoFit/>
          </a:bodyPr>
          <a:lstStyle/>
          <a:p>
            <a:r>
              <a:rPr lang="en-GB" sz="3300" dirty="0">
                <a:solidFill>
                  <a:schemeClr val="accent3">
                    <a:lumMod val="75000"/>
                  </a:schemeClr>
                </a:solidFill>
              </a:rPr>
              <a:t>drift</a:t>
            </a:r>
          </a:p>
        </p:txBody>
      </p:sp>
      <p:cxnSp>
        <p:nvCxnSpPr>
          <p:cNvPr id="8" name="Elbow Connector 7">
            <a:extLst>
              <a:ext uri="{FF2B5EF4-FFF2-40B4-BE49-F238E27FC236}">
                <a16:creationId xmlns:a16="http://schemas.microsoft.com/office/drawing/2014/main" id="{B3E97EBB-54B6-6904-16B4-75E57855B73F}"/>
              </a:ext>
            </a:extLst>
          </p:cNvPr>
          <p:cNvCxnSpPr>
            <a:cxnSpLocks/>
            <a:stCxn id="6" idx="3"/>
          </p:cNvCxnSpPr>
          <p:nvPr/>
        </p:nvCxnSpPr>
        <p:spPr>
          <a:xfrm flipV="1">
            <a:off x="15603739" y="17017189"/>
            <a:ext cx="946927" cy="741588"/>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86294828-6514-1CB3-0D33-57CD9408B8F3}"/>
              </a:ext>
            </a:extLst>
          </p:cNvPr>
          <p:cNvCxnSpPr>
            <a:cxnSpLocks/>
          </p:cNvCxnSpPr>
          <p:nvPr/>
        </p:nvCxnSpPr>
        <p:spPr>
          <a:xfrm rot="5400000" flipH="1" flipV="1">
            <a:off x="18616929" y="18120339"/>
            <a:ext cx="482303" cy="1"/>
          </a:xfrm>
          <a:prstGeom prst="bentConnector3">
            <a:avLst>
              <a:gd name="adj1" fmla="val 50000"/>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A8DB1261-121C-FEC2-8392-359CBEECE2EA}"/>
              </a:ext>
            </a:extLst>
          </p:cNvPr>
          <p:cNvCxnSpPr>
            <a:cxnSpLocks/>
            <a:stCxn id="29" idx="1"/>
          </p:cNvCxnSpPr>
          <p:nvPr/>
        </p:nvCxnSpPr>
        <p:spPr>
          <a:xfrm rot="10800000">
            <a:off x="20936729" y="17879191"/>
            <a:ext cx="260780" cy="524845"/>
          </a:xfrm>
          <a:prstGeom prst="bentConnector2">
            <a:avLst/>
          </a:prstGeom>
          <a:ln w="28575">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7">
            <a:extLst>
              <a:ext uri="{FF2B5EF4-FFF2-40B4-BE49-F238E27FC236}">
                <a16:creationId xmlns:a16="http://schemas.microsoft.com/office/drawing/2014/main" id="{74C5F0F9-6714-0697-3608-A2AEE184AFE6}"/>
              </a:ext>
            </a:extLst>
          </p:cNvPr>
          <p:cNvSpPr txBox="1">
            <a:spLocks noChangeArrowheads="1"/>
          </p:cNvSpPr>
          <p:nvPr/>
        </p:nvSpPr>
        <p:spPr bwMode="auto">
          <a:xfrm>
            <a:off x="25349461" y="8941544"/>
            <a:ext cx="667233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sz="14600">
                <a:solidFill>
                  <a:schemeClr val="tx1"/>
                </a:solidFill>
                <a:latin typeface="Calibri" charset="0"/>
              </a:defRPr>
            </a:lvl1pPr>
            <a:lvl2pPr marL="742950" indent="-285750">
              <a:spcBef>
                <a:spcPct val="20000"/>
              </a:spcBef>
              <a:buFont typeface="Arial" charset="0"/>
              <a:buChar char="–"/>
              <a:defRPr sz="12800">
                <a:solidFill>
                  <a:schemeClr val="tx1"/>
                </a:solidFill>
                <a:latin typeface="Calibri" charset="0"/>
              </a:defRPr>
            </a:lvl2pPr>
            <a:lvl3pPr marL="1143000" indent="-228600">
              <a:spcBef>
                <a:spcPct val="20000"/>
              </a:spcBef>
              <a:buFont typeface="Arial" charset="0"/>
              <a:buChar char="•"/>
              <a:defRPr sz="11000">
                <a:solidFill>
                  <a:schemeClr val="tx1"/>
                </a:solidFill>
                <a:latin typeface="Calibri" charset="0"/>
              </a:defRPr>
            </a:lvl3pPr>
            <a:lvl4pPr marL="1600200" indent="-228600">
              <a:spcBef>
                <a:spcPct val="20000"/>
              </a:spcBef>
              <a:buFont typeface="Arial" charset="0"/>
              <a:buChar char="–"/>
              <a:defRPr sz="9100">
                <a:solidFill>
                  <a:schemeClr val="tx1"/>
                </a:solidFill>
                <a:latin typeface="Calibri" charset="0"/>
              </a:defRPr>
            </a:lvl4pPr>
            <a:lvl5pPr marL="2057400" indent="-228600">
              <a:spcBef>
                <a:spcPct val="20000"/>
              </a:spcBef>
              <a:buFont typeface="Arial" charset="0"/>
              <a:buChar char="»"/>
              <a:defRPr sz="9100">
                <a:solidFill>
                  <a:schemeClr val="tx1"/>
                </a:solidFill>
                <a:latin typeface="Calibri" charset="0"/>
              </a:defRPr>
            </a:lvl5pPr>
            <a:lvl6pPr marL="2514600" indent="-228600" eaLnBrk="0" fontAlgn="base" hangingPunct="0">
              <a:spcBef>
                <a:spcPct val="20000"/>
              </a:spcBef>
              <a:spcAft>
                <a:spcPct val="0"/>
              </a:spcAft>
              <a:buFont typeface="Arial" charset="0"/>
              <a:buChar char="»"/>
              <a:defRPr sz="9100">
                <a:solidFill>
                  <a:schemeClr val="tx1"/>
                </a:solidFill>
                <a:latin typeface="Calibri" charset="0"/>
              </a:defRPr>
            </a:lvl6pPr>
            <a:lvl7pPr marL="2971800" indent="-228600" eaLnBrk="0" fontAlgn="base" hangingPunct="0">
              <a:spcBef>
                <a:spcPct val="20000"/>
              </a:spcBef>
              <a:spcAft>
                <a:spcPct val="0"/>
              </a:spcAft>
              <a:buFont typeface="Arial" charset="0"/>
              <a:buChar char="»"/>
              <a:defRPr sz="9100">
                <a:solidFill>
                  <a:schemeClr val="tx1"/>
                </a:solidFill>
                <a:latin typeface="Calibri" charset="0"/>
              </a:defRPr>
            </a:lvl7pPr>
            <a:lvl8pPr marL="3429000" indent="-228600" eaLnBrk="0" fontAlgn="base" hangingPunct="0">
              <a:spcBef>
                <a:spcPct val="20000"/>
              </a:spcBef>
              <a:spcAft>
                <a:spcPct val="0"/>
              </a:spcAft>
              <a:buFont typeface="Arial" charset="0"/>
              <a:buChar char="»"/>
              <a:defRPr sz="9100">
                <a:solidFill>
                  <a:schemeClr val="tx1"/>
                </a:solidFill>
                <a:latin typeface="Calibri" charset="0"/>
              </a:defRPr>
            </a:lvl8pPr>
            <a:lvl9pPr marL="3886200" indent="-228600" eaLnBrk="0" fontAlgn="base" hangingPunct="0">
              <a:spcBef>
                <a:spcPct val="20000"/>
              </a:spcBef>
              <a:spcAft>
                <a:spcPct val="0"/>
              </a:spcAft>
              <a:buFont typeface="Arial" charset="0"/>
              <a:buChar char="»"/>
              <a:defRPr sz="9100">
                <a:solidFill>
                  <a:schemeClr val="tx1"/>
                </a:solidFill>
                <a:latin typeface="Calibri" charset="0"/>
              </a:defRPr>
            </a:lvl9pPr>
          </a:lstStyle>
          <a:p>
            <a:pPr eaLnBrk="1" hangingPunct="1">
              <a:spcBef>
                <a:spcPct val="0"/>
              </a:spcBef>
              <a:buFontTx/>
              <a:buNone/>
            </a:pPr>
            <a:r>
              <a:rPr lang="en-GB" altLang="en-US" sz="3200" b="1" dirty="0">
                <a:solidFill>
                  <a:srgbClr val="0070C0"/>
                </a:solidFill>
                <a:latin typeface="Arial" charset="0"/>
                <a:cs typeface="Arial" charset="0"/>
              </a:rPr>
              <a:t>Fig 2</a:t>
            </a:r>
            <a:r>
              <a:rPr lang="en-GB" altLang="en-US" sz="3200" dirty="0">
                <a:solidFill>
                  <a:srgbClr val="0070C0"/>
                </a:solidFill>
                <a:latin typeface="Arial" charset="0"/>
                <a:cs typeface="Arial" charset="0"/>
              </a:rPr>
              <a:t>: Points show mean of 10 measurements; error bars show the standard error. The line is a linear fit.</a:t>
            </a:r>
          </a:p>
        </p:txBody>
      </p:sp>
      <p:sp>
        <p:nvSpPr>
          <p:cNvPr id="31" name="TextBox 30">
            <a:extLst>
              <a:ext uri="{FF2B5EF4-FFF2-40B4-BE49-F238E27FC236}">
                <a16:creationId xmlns:a16="http://schemas.microsoft.com/office/drawing/2014/main" id="{7DE6A05C-0D0A-6C81-22AD-CE7E2165586D}"/>
              </a:ext>
            </a:extLst>
          </p:cNvPr>
          <p:cNvSpPr txBox="1"/>
          <p:nvPr/>
        </p:nvSpPr>
        <p:spPr>
          <a:xfrm>
            <a:off x="32131527" y="4923853"/>
            <a:ext cx="4555244" cy="6524863"/>
          </a:xfrm>
          <a:prstGeom prst="rect">
            <a:avLst/>
          </a:prstGeom>
          <a:noFill/>
        </p:spPr>
        <p:txBody>
          <a:bodyPr wrap="square" rtlCol="0">
            <a:spAutoFit/>
          </a:bodyPr>
          <a:lstStyle/>
          <a:p>
            <a:pPr>
              <a:spcAft>
                <a:spcPts val="1200"/>
              </a:spcAft>
            </a:pPr>
            <a:r>
              <a:rPr lang="en-GB" sz="3400" dirty="0">
                <a:solidFill>
                  <a:schemeClr val="accent6">
                    <a:lumMod val="75000"/>
                  </a:schemeClr>
                </a:solidFill>
              </a:rPr>
              <a:t>This i</a:t>
            </a:r>
            <a:r>
              <a:rPr lang="en-GB" sz="3200" dirty="0">
                <a:solidFill>
                  <a:schemeClr val="accent6">
                    <a:lumMod val="75000"/>
                  </a:schemeClr>
                </a:solidFill>
              </a:rPr>
              <a:t>s a </a:t>
            </a:r>
            <a:r>
              <a:rPr lang="en-GB" sz="3200" b="1" dirty="0">
                <a:solidFill>
                  <a:srgbClr val="C00000"/>
                </a:solidFill>
              </a:rPr>
              <a:t>BAD</a:t>
            </a:r>
            <a:r>
              <a:rPr lang="en-GB" sz="3200" dirty="0">
                <a:solidFill>
                  <a:schemeClr val="accent6">
                    <a:lumMod val="75000"/>
                  </a:schemeClr>
                </a:solidFill>
              </a:rPr>
              <a:t> example, where a good plot has been lifted directly from the report.</a:t>
            </a:r>
          </a:p>
          <a:p>
            <a:pPr>
              <a:spcAft>
                <a:spcPts val="1200"/>
              </a:spcAft>
            </a:pPr>
            <a:r>
              <a:rPr lang="en-GB" sz="3200" dirty="0">
                <a:solidFill>
                  <a:schemeClr val="accent3">
                    <a:lumMod val="75000"/>
                  </a:schemeClr>
                </a:solidFill>
              </a:rPr>
              <a:t>The plot shape does not fit the space, the numbers are too small, low resolution etc.</a:t>
            </a:r>
          </a:p>
          <a:p>
            <a:pPr>
              <a:spcAft>
                <a:spcPts val="1200"/>
              </a:spcAft>
            </a:pPr>
            <a:r>
              <a:rPr lang="en-GB" sz="3200" dirty="0">
                <a:solidFill>
                  <a:srgbClr val="7030A0"/>
                </a:solidFill>
              </a:rPr>
              <a:t>Try to use all the space, but don’t squash in too many elements.</a:t>
            </a:r>
          </a:p>
          <a:p>
            <a:endParaRPr lang="en-GB" sz="3400" dirty="0">
              <a:solidFill>
                <a:schemeClr val="accent6">
                  <a:lumMod val="75000"/>
                </a:schemeClr>
              </a:solidFill>
            </a:endParaRPr>
          </a:p>
        </p:txBody>
      </p:sp>
      <p:pic>
        <p:nvPicPr>
          <p:cNvPr id="39" name="Picture 38">
            <a:extLst>
              <a:ext uri="{FF2B5EF4-FFF2-40B4-BE49-F238E27FC236}">
                <a16:creationId xmlns:a16="http://schemas.microsoft.com/office/drawing/2014/main" id="{D33AFB51-F2D1-81D7-F505-9B11CFE52246}"/>
              </a:ext>
            </a:extLst>
          </p:cNvPr>
          <p:cNvPicPr>
            <a:picLocks noChangeAspect="1"/>
          </p:cNvPicPr>
          <p:nvPr/>
        </p:nvPicPr>
        <p:blipFill>
          <a:blip r:embed="rId6"/>
          <a:stretch>
            <a:fillRect/>
          </a:stretch>
        </p:blipFill>
        <p:spPr>
          <a:xfrm>
            <a:off x="13264942" y="5720247"/>
            <a:ext cx="11356482" cy="6053219"/>
          </a:xfrm>
          <a:prstGeom prst="rect">
            <a:avLst/>
          </a:prstGeom>
        </p:spPr>
      </p:pic>
      <p:pic>
        <p:nvPicPr>
          <p:cNvPr id="41" name="Picture 40">
            <a:extLst>
              <a:ext uri="{FF2B5EF4-FFF2-40B4-BE49-F238E27FC236}">
                <a16:creationId xmlns:a16="http://schemas.microsoft.com/office/drawing/2014/main" id="{099152DE-547E-C37B-7203-460BD4F4AADD}"/>
              </a:ext>
            </a:extLst>
          </p:cNvPr>
          <p:cNvPicPr>
            <a:picLocks noChangeAspect="1"/>
          </p:cNvPicPr>
          <p:nvPr/>
        </p:nvPicPr>
        <p:blipFill>
          <a:blip r:embed="rId7"/>
          <a:stretch>
            <a:fillRect/>
          </a:stretch>
        </p:blipFill>
        <p:spPr>
          <a:xfrm>
            <a:off x="25721367" y="4715118"/>
            <a:ext cx="4555244" cy="427306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22516</TotalTime>
  <Words>678</Words>
  <Application>Microsoft Macintosh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Helvetica</vt:lpstr>
      <vt:lpstr>Office Theme</vt:lpstr>
      <vt:lpstr>PowerPoint Presentation</vt:lpstr>
    </vt:vector>
  </TitlesOfParts>
  <LinksUpToDate>false</LinksUpToDate>
  <SharedDoc>false</SharedDoc>
  <HyperlinkBase>http://colinpurrington.com/tips/academic/posterdesign</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subject>conference poster</dc:subject>
  <dc:creator>Colin Purrington</dc:creator>
  <cp:keywords>poster, conference, session, meeting, symposium, research, presentation</cp:keywords>
  <dc:description>This template is free for you to use to create your poster.  Do not host this file on your own server, even in adapted form. If you need to post a template, please steal somebody else's or just make your own (it's easy).  Thanks!</dc:description>
  <cp:lastModifiedBy>Chris Brackley</cp:lastModifiedBy>
  <cp:revision>653</cp:revision>
  <cp:lastPrinted>2017-07-06T11:25:38Z</cp:lastPrinted>
  <dcterms:created xsi:type="dcterms:W3CDTF">2012-06-12T14:08:55Z</dcterms:created>
  <dcterms:modified xsi:type="dcterms:W3CDTF">2022-08-01T16:05:02Z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Colin Purrington</vt:lpwstr>
  </property>
</Properties>
</file>